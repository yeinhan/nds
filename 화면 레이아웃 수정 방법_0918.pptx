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793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1pPr>
    <a:lvl2pPr marL="0" marR="0" indent="457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2pPr>
    <a:lvl3pPr marL="0" marR="0" indent="914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3pPr>
    <a:lvl4pPr marL="0" marR="0" indent="1371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4pPr>
    <a:lvl5pPr marL="0" marR="0" indent="18288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5pPr>
    <a:lvl6pPr marL="0" marR="0" indent="22860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6pPr>
    <a:lvl7pPr marL="0" marR="0" indent="2743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7pPr>
    <a:lvl8pPr marL="0" marR="0" indent="3200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8pPr>
    <a:lvl9pPr marL="0" marR="0" indent="3657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 b="def" i="def"/>
      <a:tcStyle>
        <a:tcBdr/>
        <a:fill>
          <a:solidFill>
            <a:srgbClr val="EFF3E9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 b="def" i="def"/>
      <a:tcStyle>
        <a:tcBdr/>
        <a:fill>
          <a:solidFill>
            <a:srgbClr val="FDEE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2" name="Shape 9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n-lt"/>
        <a:ea typeface="+mn-ea"/>
        <a:cs typeface="+mn-cs"/>
        <a:sym typeface="Calibri"/>
      </a:defRPr>
    </a:lvl1pPr>
    <a:lvl2pPr indent="228600" defTabSz="457200" latinLnBrk="0">
      <a:defRPr sz="1200">
        <a:latin typeface="+mn-lt"/>
        <a:ea typeface="+mn-ea"/>
        <a:cs typeface="+mn-cs"/>
        <a:sym typeface="Calibri"/>
      </a:defRPr>
    </a:lvl2pPr>
    <a:lvl3pPr indent="457200" defTabSz="457200" latinLnBrk="0">
      <a:defRPr sz="1200">
        <a:latin typeface="+mn-lt"/>
        <a:ea typeface="+mn-ea"/>
        <a:cs typeface="+mn-cs"/>
        <a:sym typeface="Calibri"/>
      </a:defRPr>
    </a:lvl3pPr>
    <a:lvl4pPr indent="685800" defTabSz="457200" latinLnBrk="0">
      <a:defRPr sz="1200">
        <a:latin typeface="+mn-lt"/>
        <a:ea typeface="+mn-ea"/>
        <a:cs typeface="+mn-cs"/>
        <a:sym typeface="Calibri"/>
      </a:defRPr>
    </a:lvl4pPr>
    <a:lvl5pPr indent="914400" defTabSz="457200" latinLnBrk="0">
      <a:defRPr sz="1200">
        <a:latin typeface="+mn-lt"/>
        <a:ea typeface="+mn-ea"/>
        <a:cs typeface="+mn-cs"/>
        <a:sym typeface="Calibri"/>
      </a:defRPr>
    </a:lvl5pPr>
    <a:lvl6pPr indent="1143000" defTabSz="457200" latinLnBrk="0">
      <a:defRPr sz="1200">
        <a:latin typeface="+mn-lt"/>
        <a:ea typeface="+mn-ea"/>
        <a:cs typeface="+mn-cs"/>
        <a:sym typeface="Calibri"/>
      </a:defRPr>
    </a:lvl6pPr>
    <a:lvl7pPr indent="1371600" defTabSz="457200" latinLnBrk="0">
      <a:defRPr sz="1200">
        <a:latin typeface="+mn-lt"/>
        <a:ea typeface="+mn-ea"/>
        <a:cs typeface="+mn-cs"/>
        <a:sym typeface="Calibri"/>
      </a:defRPr>
    </a:lvl7pPr>
    <a:lvl8pPr indent="1600200" defTabSz="457200" latinLnBrk="0">
      <a:defRPr sz="1200">
        <a:latin typeface="+mn-lt"/>
        <a:ea typeface="+mn-ea"/>
        <a:cs typeface="+mn-cs"/>
        <a:sym typeface="Calibri"/>
      </a:defRPr>
    </a:lvl8pPr>
    <a:lvl9pPr indent="1828800" defTabSz="457200" latinLnBrk="0">
      <a:defRPr sz="1200">
        <a:latin typeface="+mn-lt"/>
        <a:ea typeface="+mn-ea"/>
        <a:cs typeface="+mn-cs"/>
        <a:sym typeface="Calibri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제목 텍스트"/>
          <p:cNvSpPr txBox="1"/>
          <p:nvPr>
            <p:ph type="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pPr/>
            <a:r>
              <a:t>제목 텍스트</a:t>
            </a:r>
          </a:p>
        </p:txBody>
      </p:sp>
      <p:sp>
        <p:nvSpPr>
          <p:cNvPr id="12" name="본문 첫 번째 줄…"/>
          <p:cNvSpPr txBox="1"/>
          <p:nvPr>
            <p:ph type="body" sz="quarter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1pPr>
            <a:lvl2pPr marL="0" indent="457200" algn="ctr">
              <a:buSzTx/>
              <a:buFontTx/>
              <a:buNone/>
              <a:defRPr>
                <a:solidFill>
                  <a:srgbClr val="888888"/>
                </a:solidFill>
              </a:defRPr>
            </a:lvl2pPr>
            <a:lvl3pPr marL="0" indent="914400" algn="ctr">
              <a:buSzTx/>
              <a:buFontTx/>
              <a:buNone/>
              <a:defRPr>
                <a:solidFill>
                  <a:srgbClr val="888888"/>
                </a:solidFill>
              </a:defRPr>
            </a:lvl3pPr>
            <a:lvl4pPr marL="0" indent="1371600" algn="ctr">
              <a:buSzTx/>
              <a:buFontTx/>
              <a:buNone/>
              <a:defRPr>
                <a:solidFill>
                  <a:srgbClr val="888888"/>
                </a:solidFill>
              </a:defRPr>
            </a:lvl4pPr>
            <a:lvl5pPr marL="0" indent="1828800" algn="ctr">
              <a:buSzTx/>
              <a:buFontTx/>
              <a:buNone/>
              <a:defRPr>
                <a:solidFill>
                  <a:srgbClr val="888888"/>
                </a:solidFill>
              </a:defRPr>
            </a:lvl5pPr>
          </a:lstStyle>
          <a:p>
            <a:pPr/>
            <a:r>
              <a:t>본문 첫 번째 줄</a:t>
            </a:r>
          </a:p>
          <a:p>
            <a:pPr lvl="1"/>
            <a:r>
              <a:t>본문 두 번째 줄</a:t>
            </a:r>
          </a:p>
          <a:p>
            <a:pPr lvl="2"/>
            <a:r>
              <a:t>본문 세 번째 줄</a:t>
            </a:r>
          </a:p>
          <a:p>
            <a:pPr lvl="3"/>
            <a:r>
              <a:t>본문 네 번째 줄</a:t>
            </a:r>
          </a:p>
          <a:p>
            <a:pPr lvl="4"/>
            <a:r>
              <a:t>본문 다섯 번째 줄</a:t>
            </a:r>
          </a:p>
        </p:txBody>
      </p:sp>
      <p:sp>
        <p:nvSpPr>
          <p:cNvPr id="13" name="슬라이드 번호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제목 텍스트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제목 텍스트</a:t>
            </a:r>
          </a:p>
        </p:txBody>
      </p:sp>
      <p:sp>
        <p:nvSpPr>
          <p:cNvPr id="21" name="본문 첫 번째 줄…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/>
            <a:r>
              <a:t>본문 첫 번째 줄</a:t>
            </a:r>
          </a:p>
          <a:p>
            <a:pPr lvl="1"/>
            <a:r>
              <a:t>본문 두 번째 줄</a:t>
            </a:r>
          </a:p>
          <a:p>
            <a:pPr lvl="2"/>
            <a:r>
              <a:t>본문 세 번째 줄</a:t>
            </a:r>
          </a:p>
          <a:p>
            <a:pPr lvl="3"/>
            <a:r>
              <a:t>본문 네 번째 줄</a:t>
            </a:r>
          </a:p>
          <a:p>
            <a:pPr lvl="4"/>
            <a:r>
              <a:t>본문 다섯 번째 줄</a:t>
            </a:r>
          </a:p>
        </p:txBody>
      </p:sp>
      <p:sp>
        <p:nvSpPr>
          <p:cNvPr id="22" name="슬라이드 번호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제목 텍스트"/>
          <p:cNvSpPr txBox="1"/>
          <p:nvPr>
            <p:ph type="title"/>
          </p:nvPr>
        </p:nvSpPr>
        <p:spPr>
          <a:xfrm>
            <a:off x="722312" y="4406900"/>
            <a:ext cx="7772401" cy="1362075"/>
          </a:xfrm>
          <a:prstGeom prst="rect">
            <a:avLst/>
          </a:prstGeom>
        </p:spPr>
        <p:txBody>
          <a:bodyPr anchor="t"/>
          <a:lstStyle>
            <a:lvl1pPr algn="l">
              <a:defRPr b="1" cap="all" sz="4000"/>
            </a:lvl1pPr>
          </a:lstStyle>
          <a:p>
            <a:pPr/>
            <a:r>
              <a:t>제목 텍스트</a:t>
            </a:r>
          </a:p>
        </p:txBody>
      </p:sp>
      <p:sp>
        <p:nvSpPr>
          <p:cNvPr id="30" name="본문 첫 번째 줄…"/>
          <p:cNvSpPr txBox="1"/>
          <p:nvPr>
            <p:ph type="body" sz="quarter" idx="1"/>
          </p:nvPr>
        </p:nvSpPr>
        <p:spPr>
          <a:xfrm>
            <a:off x="722312" y="2906713"/>
            <a:ext cx="7772401" cy="1500188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1pPr>
            <a:lvl2pPr marL="0" indent="4572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2pPr>
            <a:lvl3pPr marL="0" indent="9144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3pPr>
            <a:lvl4pPr marL="0" indent="13716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4pPr>
            <a:lvl5pPr marL="0" indent="18288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5pPr>
          </a:lstStyle>
          <a:p>
            <a:pPr/>
            <a:r>
              <a:t>본문 첫 번째 줄</a:t>
            </a:r>
          </a:p>
          <a:p>
            <a:pPr lvl="1"/>
            <a:r>
              <a:t>본문 두 번째 줄</a:t>
            </a:r>
          </a:p>
          <a:p>
            <a:pPr lvl="2"/>
            <a:r>
              <a:t>본문 세 번째 줄</a:t>
            </a:r>
          </a:p>
          <a:p>
            <a:pPr lvl="3"/>
            <a:r>
              <a:t>본문 네 번째 줄</a:t>
            </a:r>
          </a:p>
          <a:p>
            <a:pPr lvl="4"/>
            <a:r>
              <a:t>본문 다섯 번째 줄</a:t>
            </a:r>
          </a:p>
        </p:txBody>
      </p:sp>
      <p:sp>
        <p:nvSpPr>
          <p:cNvPr id="31" name="슬라이드 번호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제목 텍스트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제목 텍스트</a:t>
            </a:r>
          </a:p>
        </p:txBody>
      </p:sp>
      <p:sp>
        <p:nvSpPr>
          <p:cNvPr id="39" name="본문 첫 번째 줄…"/>
          <p:cNvSpPr txBox="1"/>
          <p:nvPr>
            <p:ph type="body"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spcBef>
                <a:spcPts val="600"/>
              </a:spcBef>
              <a:defRPr sz="2800"/>
            </a:lvl1pPr>
            <a:lvl2pPr marL="790575" indent="-333375">
              <a:spcBef>
                <a:spcPts val="600"/>
              </a:spcBef>
              <a:defRPr sz="2800"/>
            </a:lvl2pPr>
            <a:lvl3pPr marL="1234439" indent="-320039">
              <a:spcBef>
                <a:spcPts val="600"/>
              </a:spcBef>
              <a:defRPr sz="2800"/>
            </a:lvl3pPr>
            <a:lvl4pPr marL="1727200" indent="-355600">
              <a:spcBef>
                <a:spcPts val="600"/>
              </a:spcBef>
              <a:defRPr sz="2800"/>
            </a:lvl4pPr>
            <a:lvl5pPr marL="2184400" indent="-355600">
              <a:spcBef>
                <a:spcPts val="600"/>
              </a:spcBef>
              <a:defRPr sz="2800"/>
            </a:lvl5pPr>
          </a:lstStyle>
          <a:p>
            <a:pPr/>
            <a:r>
              <a:t>본문 첫 번째 줄</a:t>
            </a:r>
          </a:p>
          <a:p>
            <a:pPr lvl="1"/>
            <a:r>
              <a:t>본문 두 번째 줄</a:t>
            </a:r>
          </a:p>
          <a:p>
            <a:pPr lvl="2"/>
            <a:r>
              <a:t>본문 세 번째 줄</a:t>
            </a:r>
          </a:p>
          <a:p>
            <a:pPr lvl="3"/>
            <a:r>
              <a:t>본문 네 번째 줄</a:t>
            </a:r>
          </a:p>
          <a:p>
            <a:pPr lvl="4"/>
            <a:r>
              <a:t>본문 다섯 번째 줄</a:t>
            </a:r>
          </a:p>
        </p:txBody>
      </p:sp>
      <p:sp>
        <p:nvSpPr>
          <p:cNvPr id="40" name="슬라이드 번호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제목 텍스트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제목 텍스트</a:t>
            </a:r>
          </a:p>
        </p:txBody>
      </p:sp>
      <p:sp>
        <p:nvSpPr>
          <p:cNvPr id="48" name="본문 첫 번째 줄…"/>
          <p:cNvSpPr txBox="1"/>
          <p:nvPr>
            <p:ph type="body" sz="quarter" idx="1"/>
          </p:nvPr>
        </p:nvSpPr>
        <p:spPr>
          <a:xfrm>
            <a:off x="457200" y="1535112"/>
            <a:ext cx="4040188" cy="639763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500"/>
              </a:spcBef>
              <a:buSzTx/>
              <a:buFontTx/>
              <a:buNone/>
              <a:defRPr b="1" sz="2400"/>
            </a:lvl1pPr>
            <a:lvl2pPr marL="0" indent="457200">
              <a:spcBef>
                <a:spcPts val="500"/>
              </a:spcBef>
              <a:buSzTx/>
              <a:buFontTx/>
              <a:buNone/>
              <a:defRPr b="1" sz="2400"/>
            </a:lvl2pPr>
            <a:lvl3pPr marL="0" indent="914400">
              <a:spcBef>
                <a:spcPts val="500"/>
              </a:spcBef>
              <a:buSzTx/>
              <a:buFontTx/>
              <a:buNone/>
              <a:defRPr b="1" sz="2400"/>
            </a:lvl3pPr>
            <a:lvl4pPr marL="0" indent="1371600">
              <a:spcBef>
                <a:spcPts val="500"/>
              </a:spcBef>
              <a:buSzTx/>
              <a:buFontTx/>
              <a:buNone/>
              <a:defRPr b="1" sz="2400"/>
            </a:lvl4pPr>
            <a:lvl5pPr marL="0" indent="1828800">
              <a:spcBef>
                <a:spcPts val="500"/>
              </a:spcBef>
              <a:buSzTx/>
              <a:buFontTx/>
              <a:buNone/>
              <a:defRPr b="1" sz="2400"/>
            </a:lvl5pPr>
          </a:lstStyle>
          <a:p>
            <a:pPr/>
            <a:r>
              <a:t>본문 첫 번째 줄</a:t>
            </a:r>
          </a:p>
          <a:p>
            <a:pPr lvl="1"/>
            <a:r>
              <a:t>본문 두 번째 줄</a:t>
            </a:r>
          </a:p>
          <a:p>
            <a:pPr lvl="2"/>
            <a:r>
              <a:t>본문 세 번째 줄</a:t>
            </a:r>
          </a:p>
          <a:p>
            <a:pPr lvl="3"/>
            <a:r>
              <a:t>본문 네 번째 줄</a:t>
            </a:r>
          </a:p>
          <a:p>
            <a:pPr lvl="4"/>
            <a:r>
              <a:t>본문 다섯 번째 줄</a:t>
            </a:r>
          </a:p>
        </p:txBody>
      </p:sp>
      <p:sp>
        <p:nvSpPr>
          <p:cNvPr id="49" name="Text Placeholder 4"/>
          <p:cNvSpPr/>
          <p:nvPr>
            <p:ph type="body" sz="quarter" idx="21"/>
          </p:nvPr>
        </p:nvSpPr>
        <p:spPr>
          <a:xfrm>
            <a:off x="4645025" y="1535112"/>
            <a:ext cx="4041775" cy="639763"/>
          </a:xfrm>
          <a:prstGeom prst="rect">
            <a:avLst/>
          </a:prstGeom>
        </p:spPr>
        <p:txBody>
          <a:bodyPr anchor="b"/>
          <a:lstStyle/>
          <a:p>
            <a:pPr marL="0" indent="0">
              <a:spcBef>
                <a:spcPts val="500"/>
              </a:spcBef>
              <a:buSzTx/>
              <a:buFontTx/>
              <a:buNone/>
              <a:defRPr b="1" sz="2400"/>
            </a:pPr>
          </a:p>
        </p:txBody>
      </p:sp>
      <p:sp>
        <p:nvSpPr>
          <p:cNvPr id="50" name="슬라이드 번호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제목 텍스트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제목 텍스트</a:t>
            </a:r>
          </a:p>
        </p:txBody>
      </p:sp>
      <p:sp>
        <p:nvSpPr>
          <p:cNvPr id="58" name="슬라이드 번호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슬라이드 번호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제목 텍스트"/>
          <p:cNvSpPr txBox="1"/>
          <p:nvPr>
            <p:ph type="title"/>
          </p:nvPr>
        </p:nvSpPr>
        <p:spPr>
          <a:xfrm>
            <a:off x="457200" y="273050"/>
            <a:ext cx="3008314" cy="1162050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제목 텍스트</a:t>
            </a:r>
          </a:p>
        </p:txBody>
      </p:sp>
      <p:sp>
        <p:nvSpPr>
          <p:cNvPr id="73" name="본문 첫 번째 줄…"/>
          <p:cNvSpPr txBox="1"/>
          <p:nvPr>
            <p:ph type="body" sz="half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/>
          <a:p>
            <a:pPr/>
            <a:r>
              <a:t>본문 첫 번째 줄</a:t>
            </a:r>
          </a:p>
          <a:p>
            <a:pPr lvl="1"/>
            <a:r>
              <a:t>본문 두 번째 줄</a:t>
            </a:r>
          </a:p>
          <a:p>
            <a:pPr lvl="2"/>
            <a:r>
              <a:t>본문 세 번째 줄</a:t>
            </a:r>
          </a:p>
          <a:p>
            <a:pPr lvl="3"/>
            <a:r>
              <a:t>본문 네 번째 줄</a:t>
            </a:r>
          </a:p>
          <a:p>
            <a:pPr lvl="4"/>
            <a:r>
              <a:t>본문 다섯 번째 줄</a:t>
            </a:r>
          </a:p>
        </p:txBody>
      </p:sp>
      <p:sp>
        <p:nvSpPr>
          <p:cNvPr id="74" name="Text Placeholder 3"/>
          <p:cNvSpPr/>
          <p:nvPr>
            <p:ph type="body" sz="quarter" idx="21"/>
          </p:nvPr>
        </p:nvSpPr>
        <p:spPr>
          <a:xfrm>
            <a:off x="457199" y="1435100"/>
            <a:ext cx="3008315" cy="4691063"/>
          </a:xfrm>
          <a:prstGeom prst="rect">
            <a:avLst/>
          </a:prstGeom>
        </p:spPr>
        <p:txBody>
          <a:bodyPr/>
          <a:lstStyle/>
          <a:p>
            <a:pPr marL="0" indent="0">
              <a:spcBef>
                <a:spcPts val="300"/>
              </a:spcBef>
              <a:buSzTx/>
              <a:buFontTx/>
              <a:buNone/>
              <a:defRPr sz="1400"/>
            </a:pPr>
          </a:p>
        </p:txBody>
      </p:sp>
      <p:sp>
        <p:nvSpPr>
          <p:cNvPr id="75" name="슬라이드 번호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제목 텍스트"/>
          <p:cNvSpPr txBox="1"/>
          <p:nvPr>
            <p:ph type="title"/>
          </p:nvPr>
        </p:nvSpPr>
        <p:spPr>
          <a:xfrm>
            <a:off x="1792288" y="4800600"/>
            <a:ext cx="5486401" cy="566738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제목 텍스트</a:t>
            </a:r>
          </a:p>
        </p:txBody>
      </p:sp>
      <p:sp>
        <p:nvSpPr>
          <p:cNvPr id="83" name="Picture Placeholder 2"/>
          <p:cNvSpPr/>
          <p:nvPr>
            <p:ph type="pic" sz="half" idx="21"/>
          </p:nvPr>
        </p:nvSpPr>
        <p:spPr>
          <a:xfrm>
            <a:off x="1792288" y="612775"/>
            <a:ext cx="5486401" cy="41148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/>
          </a:p>
        </p:txBody>
      </p:sp>
      <p:sp>
        <p:nvSpPr>
          <p:cNvPr id="84" name="본문 첫 번째 줄…"/>
          <p:cNvSpPr txBox="1"/>
          <p:nvPr>
            <p:ph type="body" sz="quarter" idx="1"/>
          </p:nvPr>
        </p:nvSpPr>
        <p:spPr>
          <a:xfrm>
            <a:off x="1792288" y="5367337"/>
            <a:ext cx="5486401" cy="804863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300"/>
              </a:spcBef>
              <a:buSzTx/>
              <a:buFontTx/>
              <a:buNone/>
              <a:defRPr sz="1400"/>
            </a:lvl1pPr>
            <a:lvl2pPr marL="0" indent="457200">
              <a:spcBef>
                <a:spcPts val="300"/>
              </a:spcBef>
              <a:buSzTx/>
              <a:buFontTx/>
              <a:buNone/>
              <a:defRPr sz="1400"/>
            </a:lvl2pPr>
            <a:lvl3pPr marL="0" indent="914400">
              <a:spcBef>
                <a:spcPts val="300"/>
              </a:spcBef>
              <a:buSzTx/>
              <a:buFontTx/>
              <a:buNone/>
              <a:defRPr sz="1400"/>
            </a:lvl3pPr>
            <a:lvl4pPr marL="0" indent="1371600">
              <a:spcBef>
                <a:spcPts val="300"/>
              </a:spcBef>
              <a:buSzTx/>
              <a:buFontTx/>
              <a:buNone/>
              <a:defRPr sz="1400"/>
            </a:lvl4pPr>
            <a:lvl5pPr marL="0" indent="1828800">
              <a:spcBef>
                <a:spcPts val="300"/>
              </a:spcBef>
              <a:buSzTx/>
              <a:buFontTx/>
              <a:buNone/>
              <a:defRPr sz="1400"/>
            </a:lvl5pPr>
          </a:lstStyle>
          <a:p>
            <a:pPr/>
            <a:r>
              <a:t>본문 첫 번째 줄</a:t>
            </a:r>
          </a:p>
          <a:p>
            <a:pPr lvl="1"/>
            <a:r>
              <a:t>본문 두 번째 줄</a:t>
            </a:r>
          </a:p>
          <a:p>
            <a:pPr lvl="2"/>
            <a:r>
              <a:t>본문 세 번째 줄</a:t>
            </a:r>
          </a:p>
          <a:p>
            <a:pPr lvl="3"/>
            <a:r>
              <a:t>본문 네 번째 줄</a:t>
            </a:r>
          </a:p>
          <a:p>
            <a:pPr lvl="4"/>
            <a:r>
              <a:t>본문 다섯 번째 줄</a:t>
            </a:r>
          </a:p>
        </p:txBody>
      </p:sp>
      <p:sp>
        <p:nvSpPr>
          <p:cNvPr id="85" name="슬라이드 번호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텍스트"/>
          <p:cNvSpPr txBox="1"/>
          <p:nvPr>
            <p:ph type="title"/>
          </p:nvPr>
        </p:nvSpPr>
        <p:spPr>
          <a:xfrm>
            <a:off x="608965" y="92074"/>
            <a:ext cx="10961370" cy="15081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normAutofit fontScale="100000" lnSpcReduction="0"/>
          </a:bodyPr>
          <a:lstStyle/>
          <a:p>
            <a:pPr/>
            <a:r>
              <a:t>제목 텍스트</a:t>
            </a:r>
          </a:p>
        </p:txBody>
      </p:sp>
      <p:sp>
        <p:nvSpPr>
          <p:cNvPr id="3" name="본문 첫 번째 줄…"/>
          <p:cNvSpPr txBox="1"/>
          <p:nvPr>
            <p:ph type="body" idx="1"/>
          </p:nvPr>
        </p:nvSpPr>
        <p:spPr>
          <a:xfrm>
            <a:off x="608965" y="1600200"/>
            <a:ext cx="1096137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/>
            <a:r>
              <a:t>본문 첫 번째 줄</a:t>
            </a:r>
          </a:p>
          <a:p>
            <a:pPr lvl="1"/>
            <a:r>
              <a:t>본문 두 번째 줄</a:t>
            </a:r>
          </a:p>
          <a:p>
            <a:pPr lvl="2"/>
            <a:r>
              <a:t>본문 세 번째 줄</a:t>
            </a:r>
          </a:p>
          <a:p>
            <a:pPr lvl="3"/>
            <a:r>
              <a:t>본문 네 번째 줄</a:t>
            </a:r>
          </a:p>
          <a:p>
            <a:pPr lvl="4"/>
            <a:r>
              <a:t>본문 다섯 번째 줄</a:t>
            </a:r>
          </a:p>
        </p:txBody>
      </p:sp>
      <p:sp>
        <p:nvSpPr>
          <p:cNvPr id="4" name="슬라이드 번호"/>
          <p:cNvSpPr txBox="1"/>
          <p:nvPr>
            <p:ph type="sldNum" sz="quarter" idx="2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ransition xmlns:p14="http://schemas.microsoft.com/office/powerpoint/2010/main" spd="med" advClick="1"/>
  <p:txStyles>
    <p:titleStyle>
      <a:lvl1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titleStyle>
    <p:bodyStyle>
      <a:lvl1pPr marL="342900" marR="0" indent="-3429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783771" marR="0" indent="-326571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1219200" marR="0" indent="-3048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17373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21945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26517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31089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35661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40233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Rectangle 1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16255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95" name="Rectangle 2"/>
          <p:cNvSpPr/>
          <p:nvPr/>
        </p:nvSpPr>
        <p:spPr>
          <a:xfrm>
            <a:off x="-1" y="0"/>
            <a:ext cx="201170" cy="6858000"/>
          </a:xfrm>
          <a:prstGeom prst="rect">
            <a:avLst/>
          </a:prstGeom>
          <a:solidFill>
            <a:srgbClr val="155DF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96" name="TextBox 3"/>
          <p:cNvSpPr txBox="1"/>
          <p:nvPr/>
        </p:nvSpPr>
        <p:spPr>
          <a:xfrm>
            <a:off x="1142999" y="1874518"/>
            <a:ext cx="8778242" cy="2147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1300">
                <a:solidFill>
                  <a:srgbClr val="91AFD6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t>KSPO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차세대 경주운영관리시스템 </a:t>
            </a:r>
            <a:r>
              <a:t>·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퍼블리싱</a:t>
            </a:r>
          </a:p>
        </p:txBody>
      </p:sp>
      <p:sp>
        <p:nvSpPr>
          <p:cNvPr id="97" name="TextBox 4"/>
          <p:cNvSpPr txBox="1"/>
          <p:nvPr/>
        </p:nvSpPr>
        <p:spPr>
          <a:xfrm>
            <a:off x="1143000" y="2395727"/>
            <a:ext cx="9601200" cy="7394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0000"/>
              </a:lnSpc>
              <a:defRPr b="1" sz="4600">
                <a:solidFill>
                  <a:srgbClr val="FFFFFF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>
              <a:defRPr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화면 레이아웃 수정 방법</a:t>
            </a:r>
          </a:p>
        </p:txBody>
      </p:sp>
      <p:sp>
        <p:nvSpPr>
          <p:cNvPr id="98" name="Rectangle 5"/>
          <p:cNvSpPr/>
          <p:nvPr/>
        </p:nvSpPr>
        <p:spPr>
          <a:xfrm>
            <a:off x="1161288" y="3858767"/>
            <a:ext cx="1371601" cy="50293"/>
          </a:xfrm>
          <a:prstGeom prst="rect">
            <a:avLst/>
          </a:prstGeom>
          <a:solidFill>
            <a:srgbClr val="155DF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99" name="TextBox 6"/>
          <p:cNvSpPr txBox="1"/>
          <p:nvPr/>
        </p:nvSpPr>
        <p:spPr>
          <a:xfrm>
            <a:off x="1143000" y="4224528"/>
            <a:ext cx="8961120" cy="6169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55000"/>
              </a:lnSpc>
              <a:defRPr sz="1500">
                <a:solidFill>
                  <a:srgbClr val="BEDBFF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버티컬 레이아웃으로 작성된 기존 화면을 폼 레이아웃으로 전환해</a:t>
            </a:r>
            <a:endParaRPr>
              <a:latin typeface="맑은 고딕"/>
              <a:ea typeface="맑은 고딕"/>
              <a:cs typeface="맑은 고딕"/>
              <a:sym typeface="맑은 고딕"/>
            </a:endParaRPr>
          </a:p>
          <a:p>
            <a:pPr>
              <a:lnSpc>
                <a:spcPct val="155000"/>
              </a:lnSpc>
              <a:defRPr sz="1500">
                <a:solidFill>
                  <a:srgbClr val="BEDBFF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그리드가 화면을 꽉 채우도록 바꾸는 절차입니다</a:t>
            </a:r>
            <a:r>
              <a:t>.</a:t>
            </a:r>
          </a:p>
        </p:txBody>
      </p:sp>
      <p:sp>
        <p:nvSpPr>
          <p:cNvPr id="100" name="TextBox 7"/>
          <p:cNvSpPr txBox="1"/>
          <p:nvPr/>
        </p:nvSpPr>
        <p:spPr>
          <a:xfrm>
            <a:off x="1143000" y="5989320"/>
            <a:ext cx="5486400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100">
                <a:solidFill>
                  <a:srgbClr val="6192D3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</a:lstStyle>
          <a:p>
            <a:pPr/>
            <a:r>
              <a:t>2026-09-13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Rectangle 1"/>
          <p:cNvSpPr/>
          <p:nvPr/>
        </p:nvSpPr>
        <p:spPr>
          <a:xfrm>
            <a:off x="-1" y="-1"/>
            <a:ext cx="12191697" cy="91442"/>
          </a:xfrm>
          <a:prstGeom prst="rect">
            <a:avLst/>
          </a:prstGeom>
          <a:solidFill>
            <a:srgbClr val="155DF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3" name="TextBox 2"/>
          <p:cNvSpPr txBox="1"/>
          <p:nvPr/>
        </p:nvSpPr>
        <p:spPr>
          <a:xfrm>
            <a:off x="566927" y="475487"/>
            <a:ext cx="7315201" cy="152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000">
                <a:solidFill>
                  <a:srgbClr val="155DFC"/>
                </a:solidFill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pPr/>
            <a:r>
              <a:t>OVERVIEW</a:t>
            </a:r>
          </a:p>
        </p:txBody>
      </p:sp>
      <p:sp>
        <p:nvSpPr>
          <p:cNvPr id="104" name="TextBox 3"/>
          <p:cNvSpPr txBox="1"/>
          <p:nvPr/>
        </p:nvSpPr>
        <p:spPr>
          <a:xfrm>
            <a:off x="566927" y="804672"/>
            <a:ext cx="8229601" cy="4838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3000">
                <a:solidFill>
                  <a:srgbClr val="162556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>
              <a:defRPr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무엇을 바꾸나</a:t>
            </a:r>
          </a:p>
        </p:txBody>
      </p:sp>
      <p:sp>
        <p:nvSpPr>
          <p:cNvPr id="105" name="Rectangle 4"/>
          <p:cNvSpPr/>
          <p:nvPr/>
        </p:nvSpPr>
        <p:spPr>
          <a:xfrm>
            <a:off x="566927" y="1691639"/>
            <a:ext cx="4617722" cy="1481329"/>
          </a:xfrm>
          <a:prstGeom prst="rect">
            <a:avLst/>
          </a:prstGeom>
          <a:solidFill>
            <a:srgbClr val="FAFAFA"/>
          </a:solidFill>
          <a:ln w="12700">
            <a:solidFill>
              <a:srgbClr val="E4E4E7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6" name="TextBox 5"/>
          <p:cNvSpPr txBox="1"/>
          <p:nvPr/>
        </p:nvSpPr>
        <p:spPr>
          <a:xfrm>
            <a:off x="841247" y="1929383"/>
            <a:ext cx="4114801" cy="905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1200">
                <a:solidFill>
                  <a:srgbClr val="71717A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t>AS-IS ·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버티컬 레이아웃</a:t>
            </a:r>
            <a:endParaRPr>
              <a:latin typeface="맑은 고딕"/>
              <a:ea typeface="맑은 고딕"/>
              <a:cs typeface="맑은 고딕"/>
              <a:sym typeface="맑은 고딕"/>
            </a:endParaRPr>
          </a:p>
          <a:p>
            <a:pPr>
              <a:lnSpc>
                <a:spcPct val="150000"/>
              </a:lnSpc>
              <a:spcBef>
                <a:spcPts val="700"/>
              </a:spcBef>
              <a:defRPr sz="1300">
                <a:solidFill>
                  <a:srgbClr val="3F3F46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자식을 세로로 나열만 한다</a:t>
            </a:r>
            <a:r>
              <a:t>.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그리드가 내용만큼만 그려져</a:t>
            </a:r>
            <a:endParaRPr>
              <a:latin typeface="맑은 고딕"/>
              <a:ea typeface="맑은 고딕"/>
              <a:cs typeface="맑은 고딕"/>
              <a:sym typeface="맑은 고딕"/>
            </a:endParaRPr>
          </a:p>
          <a:p>
            <a:pPr>
              <a:lnSpc>
                <a:spcPct val="150000"/>
              </a:lnSpc>
              <a:spcBef>
                <a:spcPts val="700"/>
              </a:spcBef>
              <a:defRPr sz="1300">
                <a:solidFill>
                  <a:srgbClr val="3F3F46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아래쪽에 빈 공간이 남는다</a:t>
            </a:r>
            <a:r>
              <a:t>.</a:t>
            </a:r>
          </a:p>
        </p:txBody>
      </p:sp>
      <p:sp>
        <p:nvSpPr>
          <p:cNvPr id="107" name="Rectangle 6"/>
          <p:cNvSpPr/>
          <p:nvPr/>
        </p:nvSpPr>
        <p:spPr>
          <a:xfrm>
            <a:off x="566927" y="3447288"/>
            <a:ext cx="4617722" cy="1481329"/>
          </a:xfrm>
          <a:prstGeom prst="rect">
            <a:avLst/>
          </a:prstGeom>
          <a:solidFill>
            <a:srgbClr val="EFF6FF"/>
          </a:solidFill>
          <a:ln w="12700">
            <a:solidFill>
              <a:srgbClr val="DBEAFE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8" name="TextBox 7"/>
          <p:cNvSpPr txBox="1"/>
          <p:nvPr/>
        </p:nvSpPr>
        <p:spPr>
          <a:xfrm>
            <a:off x="841247" y="3685032"/>
            <a:ext cx="4114801" cy="905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1200">
                <a:solidFill>
                  <a:srgbClr val="155DFC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t>TO-BE ·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폼 레이아웃</a:t>
            </a:r>
            <a:endParaRPr>
              <a:latin typeface="맑은 고딕"/>
              <a:ea typeface="맑은 고딕"/>
              <a:cs typeface="맑은 고딕"/>
              <a:sym typeface="맑은 고딕"/>
            </a:endParaRPr>
          </a:p>
          <a:p>
            <a:pPr>
              <a:lnSpc>
                <a:spcPct val="150000"/>
              </a:lnSpc>
              <a:spcBef>
                <a:spcPts val="700"/>
              </a:spcBef>
              <a:defRPr sz="1300">
                <a:solidFill>
                  <a:srgbClr val="162556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행 높이를 직접 지정한다</a:t>
            </a:r>
            <a:r>
              <a:t>.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마지막 행을 </a:t>
            </a:r>
            <a:r>
              <a:t>1 fr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로 두면</a:t>
            </a:r>
            <a:endParaRPr>
              <a:latin typeface="맑은 고딕"/>
              <a:ea typeface="맑은 고딕"/>
              <a:cs typeface="맑은 고딕"/>
              <a:sym typeface="맑은 고딕"/>
            </a:endParaRPr>
          </a:p>
          <a:p>
            <a:pPr>
              <a:lnSpc>
                <a:spcPct val="150000"/>
              </a:lnSpc>
              <a:spcBef>
                <a:spcPts val="700"/>
              </a:spcBef>
              <a:defRPr sz="1300">
                <a:solidFill>
                  <a:srgbClr val="162556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그리드가 남은 높이를 모두 채운다</a:t>
            </a:r>
            <a:r>
              <a:t>.</a:t>
            </a:r>
          </a:p>
        </p:txBody>
      </p:sp>
      <p:sp>
        <p:nvSpPr>
          <p:cNvPr id="109" name="Rectangle 8"/>
          <p:cNvSpPr/>
          <p:nvPr/>
        </p:nvSpPr>
        <p:spPr>
          <a:xfrm>
            <a:off x="5742432" y="1691639"/>
            <a:ext cx="5888736" cy="323697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7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0" name="TextBox 9"/>
          <p:cNvSpPr txBox="1"/>
          <p:nvPr/>
        </p:nvSpPr>
        <p:spPr>
          <a:xfrm>
            <a:off x="6035040" y="1929383"/>
            <a:ext cx="5303521" cy="190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1200">
                <a:solidFill>
                  <a:srgbClr val="162556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완성 구조 </a:t>
            </a:r>
            <a:r>
              <a:t>—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일반화면 기준</a:t>
            </a:r>
          </a:p>
        </p:txBody>
      </p:sp>
      <p:sp>
        <p:nvSpPr>
          <p:cNvPr id="111" name="Rectangle 10"/>
          <p:cNvSpPr/>
          <p:nvPr/>
        </p:nvSpPr>
        <p:spPr>
          <a:xfrm>
            <a:off x="6035040" y="2350007"/>
            <a:ext cx="5303521" cy="310897"/>
          </a:xfrm>
          <a:prstGeom prst="rect">
            <a:avLst/>
          </a:prstGeom>
          <a:solidFill>
            <a:srgbClr val="16255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2" name="TextBox 11"/>
          <p:cNvSpPr txBox="1"/>
          <p:nvPr/>
        </p:nvSpPr>
        <p:spPr>
          <a:xfrm>
            <a:off x="6126479" y="2418588"/>
            <a:ext cx="1280161" cy="152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000">
                <a:solidFill>
                  <a:srgbClr val="FFFFFF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>
              <a:defRPr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컨테이너</a:t>
            </a:r>
          </a:p>
        </p:txBody>
      </p:sp>
      <p:sp>
        <p:nvSpPr>
          <p:cNvPr id="113" name="TextBox 12"/>
          <p:cNvSpPr txBox="1"/>
          <p:nvPr/>
        </p:nvSpPr>
        <p:spPr>
          <a:xfrm>
            <a:off x="7498078" y="2418588"/>
            <a:ext cx="868681" cy="1612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1000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간격 </a:t>
            </a:r>
            <a:r>
              <a:t>h/v</a:t>
            </a:r>
          </a:p>
        </p:txBody>
      </p:sp>
      <p:sp>
        <p:nvSpPr>
          <p:cNvPr id="114" name="TextBox 13"/>
          <p:cNvSpPr txBox="1"/>
          <p:nvPr/>
        </p:nvSpPr>
        <p:spPr>
          <a:xfrm>
            <a:off x="8458200" y="2418588"/>
            <a:ext cx="777241" cy="152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000">
                <a:solidFill>
                  <a:srgbClr val="FFFFFF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>
              <a:defRPr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여백</a:t>
            </a:r>
          </a:p>
        </p:txBody>
      </p:sp>
      <p:sp>
        <p:nvSpPr>
          <p:cNvPr id="115" name="TextBox 14"/>
          <p:cNvSpPr txBox="1"/>
          <p:nvPr/>
        </p:nvSpPr>
        <p:spPr>
          <a:xfrm>
            <a:off x="9326880" y="2418588"/>
            <a:ext cx="2011680" cy="1612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000">
                <a:solidFill>
                  <a:srgbClr val="FFFFFF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>
              <a:defRPr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행 구성</a:t>
            </a:r>
          </a:p>
        </p:txBody>
      </p:sp>
      <p:sp>
        <p:nvSpPr>
          <p:cNvPr id="116" name="Rectangle 15"/>
          <p:cNvSpPr/>
          <p:nvPr/>
        </p:nvSpPr>
        <p:spPr>
          <a:xfrm>
            <a:off x="6035040" y="3042259"/>
            <a:ext cx="5303521" cy="12701"/>
          </a:xfrm>
          <a:prstGeom prst="rect">
            <a:avLst/>
          </a:prstGeom>
          <a:solidFill>
            <a:srgbClr val="E4E4E7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7" name="TextBox 16"/>
          <p:cNvSpPr txBox="1"/>
          <p:nvPr/>
        </p:nvSpPr>
        <p:spPr>
          <a:xfrm>
            <a:off x="6126479" y="2756916"/>
            <a:ext cx="1280161" cy="152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000">
                <a:solidFill>
                  <a:srgbClr val="162556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>
              <a:defRPr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루트</a:t>
            </a:r>
          </a:p>
        </p:txBody>
      </p:sp>
      <p:sp>
        <p:nvSpPr>
          <p:cNvPr id="118" name="TextBox 17"/>
          <p:cNvSpPr txBox="1"/>
          <p:nvPr/>
        </p:nvSpPr>
        <p:spPr>
          <a:xfrm>
            <a:off x="7498078" y="2756916"/>
            <a:ext cx="868681" cy="152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>
                <a:solidFill>
                  <a:srgbClr val="3F3F46"/>
                </a:solidFill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pPr/>
            <a:r>
              <a:t>0 / 0</a:t>
            </a:r>
          </a:p>
        </p:txBody>
      </p:sp>
      <p:sp>
        <p:nvSpPr>
          <p:cNvPr id="119" name="TextBox 18"/>
          <p:cNvSpPr txBox="1"/>
          <p:nvPr/>
        </p:nvSpPr>
        <p:spPr>
          <a:xfrm>
            <a:off x="8458200" y="2756916"/>
            <a:ext cx="777241" cy="152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>
                <a:solidFill>
                  <a:srgbClr val="3F3F46"/>
                </a:solidFill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pPr/>
            <a:r>
              <a:t>20 · 34</a:t>
            </a:r>
          </a:p>
        </p:txBody>
      </p:sp>
      <p:sp>
        <p:nvSpPr>
          <p:cNvPr id="120" name="TextBox 19"/>
          <p:cNvSpPr txBox="1"/>
          <p:nvPr/>
        </p:nvSpPr>
        <p:spPr>
          <a:xfrm>
            <a:off x="9326880" y="2756916"/>
            <a:ext cx="2011680" cy="152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>
                <a:solidFill>
                  <a:srgbClr val="3F3F46"/>
                </a:solidFill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pPr/>
            <a:r>
              <a:t>60a / 132a / 1fr</a:t>
            </a:r>
          </a:p>
        </p:txBody>
      </p:sp>
      <p:sp>
        <p:nvSpPr>
          <p:cNvPr id="121" name="Rectangle 20"/>
          <p:cNvSpPr/>
          <p:nvPr/>
        </p:nvSpPr>
        <p:spPr>
          <a:xfrm>
            <a:off x="6035040" y="3044951"/>
            <a:ext cx="5303521" cy="384049"/>
          </a:xfrm>
          <a:prstGeom prst="rect">
            <a:avLst/>
          </a:prstGeom>
          <a:solidFill>
            <a:srgbClr val="FAFAFA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2" name="Rectangle 21"/>
          <p:cNvSpPr/>
          <p:nvPr/>
        </p:nvSpPr>
        <p:spPr>
          <a:xfrm>
            <a:off x="6035040" y="3426307"/>
            <a:ext cx="5303521" cy="12701"/>
          </a:xfrm>
          <a:prstGeom prst="rect">
            <a:avLst/>
          </a:prstGeom>
          <a:solidFill>
            <a:srgbClr val="E4E4E7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3" name="TextBox 22"/>
          <p:cNvSpPr txBox="1"/>
          <p:nvPr/>
        </p:nvSpPr>
        <p:spPr>
          <a:xfrm>
            <a:off x="6126479" y="3140964"/>
            <a:ext cx="1280161" cy="152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000">
                <a:solidFill>
                  <a:srgbClr val="162556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</a:lstStyle>
          <a:p>
            <a:pPr/>
            <a:r>
              <a:t>grpData</a:t>
            </a:r>
          </a:p>
        </p:txBody>
      </p:sp>
      <p:sp>
        <p:nvSpPr>
          <p:cNvPr id="124" name="TextBox 23"/>
          <p:cNvSpPr txBox="1"/>
          <p:nvPr/>
        </p:nvSpPr>
        <p:spPr>
          <a:xfrm>
            <a:off x="7498078" y="3140964"/>
            <a:ext cx="868681" cy="152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>
                <a:solidFill>
                  <a:srgbClr val="3F3F46"/>
                </a:solidFill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pPr/>
            <a:r>
              <a:t>24 / 24</a:t>
            </a:r>
          </a:p>
        </p:txBody>
      </p:sp>
      <p:sp>
        <p:nvSpPr>
          <p:cNvPr id="125" name="TextBox 24"/>
          <p:cNvSpPr txBox="1"/>
          <p:nvPr/>
        </p:nvSpPr>
        <p:spPr>
          <a:xfrm>
            <a:off x="8458200" y="3140964"/>
            <a:ext cx="777241" cy="152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>
                <a:solidFill>
                  <a:srgbClr val="3F3F46"/>
                </a:solidFill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pPr/>
            <a:r>
              <a:t>—</a:t>
            </a:r>
          </a:p>
        </p:txBody>
      </p:sp>
      <p:sp>
        <p:nvSpPr>
          <p:cNvPr id="126" name="TextBox 25"/>
          <p:cNvSpPr txBox="1"/>
          <p:nvPr/>
        </p:nvSpPr>
        <p:spPr>
          <a:xfrm>
            <a:off x="9326880" y="3140964"/>
            <a:ext cx="2011680" cy="152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>
                <a:solidFill>
                  <a:srgbClr val="3F3F46"/>
                </a:solidFill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pPr/>
            <a:r>
              <a:t>1fr</a:t>
            </a:r>
          </a:p>
        </p:txBody>
      </p:sp>
      <p:sp>
        <p:nvSpPr>
          <p:cNvPr id="127" name="Rectangle 26"/>
          <p:cNvSpPr/>
          <p:nvPr/>
        </p:nvSpPr>
        <p:spPr>
          <a:xfrm>
            <a:off x="6035040" y="3810355"/>
            <a:ext cx="5303521" cy="12701"/>
          </a:xfrm>
          <a:prstGeom prst="rect">
            <a:avLst/>
          </a:prstGeom>
          <a:solidFill>
            <a:srgbClr val="E4E4E7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8" name="TextBox 27"/>
          <p:cNvSpPr txBox="1"/>
          <p:nvPr/>
        </p:nvSpPr>
        <p:spPr>
          <a:xfrm>
            <a:off x="6126479" y="3525011"/>
            <a:ext cx="1280161" cy="152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000">
                <a:solidFill>
                  <a:srgbClr val="162556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</a:lstStyle>
          <a:p>
            <a:pPr/>
            <a:r>
              <a:t>.content</a:t>
            </a:r>
          </a:p>
        </p:txBody>
      </p:sp>
      <p:sp>
        <p:nvSpPr>
          <p:cNvPr id="129" name="TextBox 28"/>
          <p:cNvSpPr txBox="1"/>
          <p:nvPr/>
        </p:nvSpPr>
        <p:spPr>
          <a:xfrm>
            <a:off x="7498078" y="3525011"/>
            <a:ext cx="868681" cy="152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>
                <a:solidFill>
                  <a:srgbClr val="3F3F46"/>
                </a:solidFill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pPr/>
            <a:r>
              <a:t>24 / 18</a:t>
            </a:r>
          </a:p>
        </p:txBody>
      </p:sp>
      <p:sp>
        <p:nvSpPr>
          <p:cNvPr id="130" name="TextBox 29"/>
          <p:cNvSpPr txBox="1"/>
          <p:nvPr/>
        </p:nvSpPr>
        <p:spPr>
          <a:xfrm>
            <a:off x="8458200" y="3525011"/>
            <a:ext cx="777241" cy="152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>
                <a:solidFill>
                  <a:srgbClr val="3F3F46"/>
                </a:solidFill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pPr/>
            <a:r>
              <a:t>—</a:t>
            </a:r>
          </a:p>
        </p:txBody>
      </p:sp>
      <p:sp>
        <p:nvSpPr>
          <p:cNvPr id="131" name="TextBox 30"/>
          <p:cNvSpPr txBox="1"/>
          <p:nvPr/>
        </p:nvSpPr>
        <p:spPr>
          <a:xfrm>
            <a:off x="9326880" y="3525011"/>
            <a:ext cx="2011680" cy="152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>
                <a:solidFill>
                  <a:srgbClr val="3F3F46"/>
                </a:solidFill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pPr/>
            <a:r>
              <a:t>36auto / 1fr</a:t>
            </a:r>
          </a:p>
        </p:txBody>
      </p:sp>
      <p:sp>
        <p:nvSpPr>
          <p:cNvPr id="132" name="TextBox 31"/>
          <p:cNvSpPr txBox="1"/>
          <p:nvPr/>
        </p:nvSpPr>
        <p:spPr>
          <a:xfrm>
            <a:off x="6035040" y="3904486"/>
            <a:ext cx="5303521" cy="8482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1200">
                <a:solidFill>
                  <a:srgbClr val="162556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적용 순서</a:t>
            </a:r>
            <a:endParaRPr>
              <a:latin typeface="맑은 고딕"/>
              <a:ea typeface="맑은 고딕"/>
              <a:cs typeface="맑은 고딕"/>
              <a:sym typeface="맑은 고딕"/>
            </a:endParaRPr>
          </a:p>
          <a:p>
            <a:pPr>
              <a:lnSpc>
                <a:spcPct val="140000"/>
              </a:lnSpc>
              <a:spcBef>
                <a:spcPts val="800"/>
              </a:spcBef>
              <a:defRPr b="1" sz="1300">
                <a:solidFill>
                  <a:srgbClr val="155DFC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t>①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루트 컨테이너 </a:t>
            </a:r>
            <a:r>
              <a:rPr b="0">
                <a:solidFill>
                  <a:srgbClr val="71717A"/>
                </a:solidFill>
              </a:rPr>
              <a:t>→ </a:t>
            </a:r>
            <a:r>
              <a:t>② grpData › .content </a:t>
            </a:r>
            <a:r>
              <a:rPr b="0">
                <a:solidFill>
                  <a:srgbClr val="71717A"/>
                </a:solidFill>
              </a:rPr>
              <a:t>→ </a:t>
            </a:r>
            <a:r>
              <a:t>③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접근성 정렬</a:t>
            </a:r>
            <a:endParaRPr>
              <a:latin typeface="맑은 고딕"/>
              <a:ea typeface="맑은 고딕"/>
              <a:cs typeface="맑은 고딕"/>
              <a:sym typeface="맑은 고딕"/>
            </a:endParaRPr>
          </a:p>
          <a:p>
            <a:pPr>
              <a:lnSpc>
                <a:spcPct val="140000"/>
              </a:lnSpc>
              <a:spcBef>
                <a:spcPts val="600"/>
              </a:spcBef>
              <a:defRPr sz="1100">
                <a:solidFill>
                  <a:srgbClr val="71717A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팝업</a:t>
            </a:r>
            <a:r>
              <a:t>·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버티컬 유지 화면의 예외는 마지막 장에 정리했습니다</a:t>
            </a:r>
            <a:r>
              <a:t>.</a:t>
            </a:r>
          </a:p>
        </p:txBody>
      </p:sp>
      <p:sp>
        <p:nvSpPr>
          <p:cNvPr id="133" name="TextBox 32"/>
          <p:cNvSpPr txBox="1"/>
          <p:nvPr/>
        </p:nvSpPr>
        <p:spPr>
          <a:xfrm>
            <a:off x="566927" y="6327647"/>
            <a:ext cx="5486401" cy="1477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71717A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>
              <a:defRPr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화면 레이아웃 수정 방법</a:t>
            </a:r>
          </a:p>
        </p:txBody>
      </p:sp>
      <p:sp>
        <p:nvSpPr>
          <p:cNvPr id="134" name="TextBox 33"/>
          <p:cNvSpPr txBox="1"/>
          <p:nvPr/>
        </p:nvSpPr>
        <p:spPr>
          <a:xfrm>
            <a:off x="10058400" y="6327647"/>
            <a:ext cx="1572769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b="1" sz="900">
                <a:solidFill>
                  <a:srgbClr val="71717A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</a:lstStyle>
          <a:p>
            <a:pPr/>
            <a:r>
              <a:t>02 / 22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Rectangle 1"/>
          <p:cNvSpPr/>
          <p:nvPr/>
        </p:nvSpPr>
        <p:spPr>
          <a:xfrm>
            <a:off x="-1" y="-1"/>
            <a:ext cx="12191697" cy="91442"/>
          </a:xfrm>
          <a:prstGeom prst="rect">
            <a:avLst/>
          </a:prstGeom>
          <a:solidFill>
            <a:srgbClr val="155DF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37" name="TextBox 2"/>
          <p:cNvSpPr txBox="1"/>
          <p:nvPr/>
        </p:nvSpPr>
        <p:spPr>
          <a:xfrm>
            <a:off x="566927" y="457200"/>
            <a:ext cx="5486401" cy="1612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1000">
                <a:solidFill>
                  <a:srgbClr val="155DFC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STEP 01</a:t>
            </a:r>
            <a:r>
              <a:rPr b="0">
                <a:solidFill>
                  <a:srgbClr val="71717A"/>
                </a:solidFill>
                <a:latin typeface="Malgun Gothic"/>
                <a:ea typeface="Malgun Gothic"/>
                <a:cs typeface="Malgun Gothic"/>
                <a:sym typeface="Malgun Gothic"/>
              </a:rPr>
              <a:t>   ① </a:t>
            </a:r>
            <a:r>
              <a:rPr b="0">
                <a:solidFill>
                  <a:srgbClr val="71717A"/>
                </a:solidFill>
                <a:latin typeface="맑은 고딕"/>
                <a:ea typeface="맑은 고딕"/>
                <a:cs typeface="맑은 고딕"/>
                <a:sym typeface="맑은 고딕"/>
              </a:rPr>
              <a:t>루트 컨테이너</a:t>
            </a:r>
          </a:p>
        </p:txBody>
      </p:sp>
      <p:sp>
        <p:nvSpPr>
          <p:cNvPr id="138" name="TextBox 3"/>
          <p:cNvSpPr txBox="1"/>
          <p:nvPr/>
        </p:nvSpPr>
        <p:spPr>
          <a:xfrm>
            <a:off x="566927" y="758951"/>
            <a:ext cx="4663442" cy="8695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7999"/>
              </a:lnSpc>
              <a:defRPr b="1" sz="2500">
                <a:solidFill>
                  <a:srgbClr val="162556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루트 컨테이너를</a:t>
            </a:r>
            <a:endParaRPr>
              <a:latin typeface="맑은 고딕"/>
              <a:ea typeface="맑은 고딕"/>
              <a:cs typeface="맑은 고딕"/>
              <a:sym typeface="맑은 고딕"/>
            </a:endParaRPr>
          </a:p>
          <a:p>
            <a:pPr>
              <a:lnSpc>
                <a:spcPct val="117999"/>
              </a:lnSpc>
              <a:defRPr b="1" sz="2500">
                <a:solidFill>
                  <a:srgbClr val="162556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확인한다</a:t>
            </a:r>
          </a:p>
        </p:txBody>
      </p:sp>
      <p:sp>
        <p:nvSpPr>
          <p:cNvPr id="139" name="TextBox 4"/>
          <p:cNvSpPr txBox="1"/>
          <p:nvPr/>
        </p:nvSpPr>
        <p:spPr>
          <a:xfrm>
            <a:off x="566928" y="1810511"/>
            <a:ext cx="4526280" cy="2147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50000"/>
              </a:lnSpc>
              <a:defRPr sz="1300">
                <a:solidFill>
                  <a:srgbClr val="3F3F46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t>Outline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뷰에서 최상위 컨트롤의 레이아웃을 봅니다</a:t>
            </a:r>
            <a:r>
              <a:t>.</a:t>
            </a:r>
          </a:p>
        </p:txBody>
      </p:sp>
      <p:grpSp>
        <p:nvGrpSpPr>
          <p:cNvPr id="142" name="Rounded Rectangle 5"/>
          <p:cNvGrpSpPr/>
          <p:nvPr/>
        </p:nvGrpSpPr>
        <p:grpSpPr>
          <a:xfrm>
            <a:off x="566927" y="2615183"/>
            <a:ext cx="994410" cy="310897"/>
            <a:chOff x="0" y="0"/>
            <a:chExt cx="994408" cy="310895"/>
          </a:xfrm>
        </p:grpSpPr>
        <p:sp>
          <p:nvSpPr>
            <p:cNvPr id="140" name="모서리가 둥근 직사각형"/>
            <p:cNvSpPr/>
            <p:nvPr/>
          </p:nvSpPr>
          <p:spPr>
            <a:xfrm>
              <a:off x="0" y="0"/>
              <a:ext cx="994409" cy="310896"/>
            </a:xfrm>
            <a:prstGeom prst="roundRect">
              <a:avLst>
                <a:gd name="adj" fmla="val 45000"/>
              </a:avLst>
            </a:prstGeom>
            <a:solidFill>
              <a:srgbClr val="EFF6FF"/>
            </a:solidFill>
            <a:ln w="9525" cap="flat">
              <a:solidFill>
                <a:srgbClr val="DBEAFE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41" name="Outline 뷰"/>
            <p:cNvSpPr txBox="1"/>
            <p:nvPr/>
          </p:nvSpPr>
          <p:spPr>
            <a:xfrm>
              <a:off x="45738" y="74801"/>
              <a:ext cx="902933" cy="16129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b="1" sz="1000">
                  <a:solidFill>
                    <a:srgbClr val="162556"/>
                  </a:solidFill>
                  <a:latin typeface="Malgun Gothic"/>
                  <a:ea typeface="Malgun Gothic"/>
                  <a:cs typeface="Malgun Gothic"/>
                  <a:sym typeface="Malgun Gothic"/>
                </a:defRPr>
              </a:pPr>
              <a:r>
                <a:t>Outline </a:t>
              </a:r>
              <a:r>
                <a:rPr>
                  <a:latin typeface="맑은 고딕"/>
                  <a:ea typeface="맑은 고딕"/>
                  <a:cs typeface="맑은 고딕"/>
                  <a:sym typeface="맑은 고딕"/>
                </a:rPr>
                <a:t>뷰</a:t>
              </a:r>
            </a:p>
          </p:txBody>
        </p:sp>
      </p:grpSp>
      <p:sp>
        <p:nvSpPr>
          <p:cNvPr id="143" name="Oval 6"/>
          <p:cNvSpPr/>
          <p:nvPr/>
        </p:nvSpPr>
        <p:spPr>
          <a:xfrm>
            <a:off x="603504" y="3323844"/>
            <a:ext cx="77725" cy="77725"/>
          </a:xfrm>
          <a:prstGeom prst="ellipse">
            <a:avLst/>
          </a:prstGeom>
          <a:solidFill>
            <a:srgbClr val="155DF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4" name="TextBox 7"/>
          <p:cNvSpPr txBox="1"/>
          <p:nvPr/>
        </p:nvSpPr>
        <p:spPr>
          <a:xfrm>
            <a:off x="841248" y="3218687"/>
            <a:ext cx="4251960" cy="190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45000"/>
              </a:lnSpc>
              <a:defRPr sz="1200">
                <a:solidFill>
                  <a:srgbClr val="3F3F46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레이아웃이 </a:t>
            </a:r>
            <a:r>
              <a:t>'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버티컬 레이아웃</a:t>
            </a:r>
            <a:r>
              <a:t>'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이면 전환 대상입니다</a:t>
            </a:r>
            <a:r>
              <a:t>.</a:t>
            </a:r>
          </a:p>
        </p:txBody>
      </p:sp>
      <p:sp>
        <p:nvSpPr>
          <p:cNvPr id="145" name="Oval 8"/>
          <p:cNvSpPr/>
          <p:nvPr/>
        </p:nvSpPr>
        <p:spPr>
          <a:xfrm>
            <a:off x="603504" y="3963923"/>
            <a:ext cx="77725" cy="77725"/>
          </a:xfrm>
          <a:prstGeom prst="ellipse">
            <a:avLst/>
          </a:prstGeom>
          <a:solidFill>
            <a:srgbClr val="155DF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6" name="TextBox 9"/>
          <p:cNvSpPr txBox="1"/>
          <p:nvPr/>
        </p:nvSpPr>
        <p:spPr>
          <a:xfrm>
            <a:off x="841248" y="3858767"/>
            <a:ext cx="4251960" cy="4667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45000"/>
              </a:lnSpc>
              <a:defRPr sz="1200">
                <a:solidFill>
                  <a:srgbClr val="3F3F46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자식은 </a:t>
            </a:r>
            <a:r>
              <a:t>grpAppHeader · grpHeader · grpData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세 그룹이 기본입니다</a:t>
            </a:r>
            <a:r>
              <a:t>.</a:t>
            </a:r>
          </a:p>
        </p:txBody>
      </p:sp>
      <p:pic>
        <p:nvPicPr>
          <p:cNvPr id="147" name="Picture 10" descr="Picture 1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532120" y="1189521"/>
            <a:ext cx="6108192" cy="4616115"/>
          </a:xfrm>
          <a:prstGeom prst="rect">
            <a:avLst/>
          </a:prstGeom>
          <a:ln>
            <a:solidFill>
              <a:srgbClr val="E4E4E7"/>
            </a:solidFill>
          </a:ln>
        </p:spPr>
      </p:pic>
      <p:sp>
        <p:nvSpPr>
          <p:cNvPr id="148" name="TextBox 11"/>
          <p:cNvSpPr txBox="1"/>
          <p:nvPr/>
        </p:nvSpPr>
        <p:spPr>
          <a:xfrm>
            <a:off x="566927" y="6327647"/>
            <a:ext cx="5486401" cy="1477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900">
                <a:solidFill>
                  <a:srgbClr val="71717A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t>①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루트 컨테이너</a:t>
            </a:r>
          </a:p>
        </p:txBody>
      </p:sp>
      <p:sp>
        <p:nvSpPr>
          <p:cNvPr id="149" name="TextBox 12"/>
          <p:cNvSpPr txBox="1"/>
          <p:nvPr/>
        </p:nvSpPr>
        <p:spPr>
          <a:xfrm>
            <a:off x="10058400" y="6327647"/>
            <a:ext cx="1572769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b="1" sz="900">
                <a:solidFill>
                  <a:srgbClr val="71717A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</a:lstStyle>
          <a:p>
            <a:pPr/>
            <a:r>
              <a:t>03 / 22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Rectangle 1"/>
          <p:cNvSpPr/>
          <p:nvPr/>
        </p:nvSpPr>
        <p:spPr>
          <a:xfrm>
            <a:off x="-1" y="-1"/>
            <a:ext cx="12191697" cy="91442"/>
          </a:xfrm>
          <a:prstGeom prst="rect">
            <a:avLst/>
          </a:prstGeom>
          <a:solidFill>
            <a:srgbClr val="155DF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52" name="TextBox 2"/>
          <p:cNvSpPr txBox="1"/>
          <p:nvPr/>
        </p:nvSpPr>
        <p:spPr>
          <a:xfrm>
            <a:off x="566927" y="457200"/>
            <a:ext cx="5486401" cy="1612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1000">
                <a:solidFill>
                  <a:srgbClr val="155DFC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STEP 02</a:t>
            </a:r>
            <a:r>
              <a:rPr b="0">
                <a:solidFill>
                  <a:srgbClr val="71717A"/>
                </a:solidFill>
                <a:latin typeface="Malgun Gothic"/>
                <a:ea typeface="Malgun Gothic"/>
                <a:cs typeface="Malgun Gothic"/>
                <a:sym typeface="Malgun Gothic"/>
              </a:rPr>
              <a:t>   ① </a:t>
            </a:r>
            <a:r>
              <a:rPr b="0">
                <a:solidFill>
                  <a:srgbClr val="71717A"/>
                </a:solidFill>
                <a:latin typeface="맑은 고딕"/>
                <a:ea typeface="맑은 고딕"/>
                <a:cs typeface="맑은 고딕"/>
                <a:sym typeface="맑은 고딕"/>
              </a:rPr>
              <a:t>루트 컨테이너</a:t>
            </a:r>
          </a:p>
        </p:txBody>
      </p:sp>
      <p:sp>
        <p:nvSpPr>
          <p:cNvPr id="153" name="TextBox 3"/>
          <p:cNvSpPr txBox="1"/>
          <p:nvPr/>
        </p:nvSpPr>
        <p:spPr>
          <a:xfrm>
            <a:off x="566927" y="758951"/>
            <a:ext cx="4663442" cy="8677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7999"/>
              </a:lnSpc>
              <a:defRPr b="1" sz="2500">
                <a:solidFill>
                  <a:srgbClr val="162556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레이아웃을</a:t>
            </a:r>
            <a:endParaRPr>
              <a:latin typeface="맑은 고딕"/>
              <a:ea typeface="맑은 고딕"/>
              <a:cs typeface="맑은 고딕"/>
              <a:sym typeface="맑은 고딕"/>
            </a:endParaRPr>
          </a:p>
          <a:p>
            <a:pPr>
              <a:lnSpc>
                <a:spcPct val="117999"/>
              </a:lnSpc>
              <a:defRPr b="1" sz="2500">
                <a:solidFill>
                  <a:srgbClr val="162556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폼 레이아웃으로 바꾼다</a:t>
            </a:r>
          </a:p>
        </p:txBody>
      </p:sp>
      <p:sp>
        <p:nvSpPr>
          <p:cNvPr id="154" name="TextBox 4"/>
          <p:cNvSpPr txBox="1"/>
          <p:nvPr/>
        </p:nvSpPr>
        <p:spPr>
          <a:xfrm>
            <a:off x="566928" y="1810511"/>
            <a:ext cx="4526280" cy="2147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50000"/>
              </a:lnSpc>
              <a:defRPr sz="1300">
                <a:solidFill>
                  <a:srgbClr val="3F3F46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루트 컨테이너에서 우클릭 </a:t>
            </a:r>
            <a:r>
              <a:t>›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레이아웃 </a:t>
            </a:r>
            <a:r>
              <a:t>›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폼 레이아웃</a:t>
            </a:r>
            <a:r>
              <a:t>.</a:t>
            </a:r>
          </a:p>
        </p:txBody>
      </p:sp>
      <p:grpSp>
        <p:nvGrpSpPr>
          <p:cNvPr id="157" name="Rounded Rectangle 5"/>
          <p:cNvGrpSpPr/>
          <p:nvPr/>
        </p:nvGrpSpPr>
        <p:grpSpPr>
          <a:xfrm>
            <a:off x="566927" y="2615183"/>
            <a:ext cx="674371" cy="310897"/>
            <a:chOff x="0" y="0"/>
            <a:chExt cx="674369" cy="310895"/>
          </a:xfrm>
        </p:grpSpPr>
        <p:sp>
          <p:nvSpPr>
            <p:cNvPr id="155" name="모서리가 둥근 직사각형"/>
            <p:cNvSpPr/>
            <p:nvPr/>
          </p:nvSpPr>
          <p:spPr>
            <a:xfrm>
              <a:off x="0" y="0"/>
              <a:ext cx="674370" cy="310896"/>
            </a:xfrm>
            <a:prstGeom prst="roundRect">
              <a:avLst>
                <a:gd name="adj" fmla="val 45000"/>
              </a:avLst>
            </a:prstGeom>
            <a:solidFill>
              <a:srgbClr val="EFF6FF"/>
            </a:solidFill>
            <a:ln w="9525" cap="flat">
              <a:solidFill>
                <a:srgbClr val="DBEAFE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56" name="우클릭"/>
            <p:cNvSpPr txBox="1"/>
            <p:nvPr/>
          </p:nvSpPr>
          <p:spPr>
            <a:xfrm>
              <a:off x="45738" y="79247"/>
              <a:ext cx="582894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b="1" sz="1000">
                  <a:solidFill>
                    <a:srgbClr val="162556"/>
                  </a:solidFill>
                  <a:latin typeface="맑은 고딕"/>
                  <a:ea typeface="맑은 고딕"/>
                  <a:cs typeface="맑은 고딕"/>
                  <a:sym typeface="맑은 고딕"/>
                </a:defRPr>
              </a:lvl1pPr>
            </a:lstStyle>
            <a:p>
              <a:pPr>
                <a:defRPr>
                  <a:latin typeface="Malgun Gothic"/>
                  <a:ea typeface="Malgun Gothic"/>
                  <a:cs typeface="Malgun Gothic"/>
                  <a:sym typeface="Malgun Gothic"/>
                </a:defRPr>
              </a:pPr>
              <a:r>
                <a:rPr>
                  <a:latin typeface="맑은 고딕"/>
                  <a:ea typeface="맑은 고딕"/>
                  <a:cs typeface="맑은 고딕"/>
                  <a:sym typeface="맑은 고딕"/>
                </a:rPr>
                <a:t>우클릭</a:t>
              </a:r>
            </a:p>
          </p:txBody>
        </p:sp>
      </p:grpSp>
      <p:grpSp>
        <p:nvGrpSpPr>
          <p:cNvPr id="160" name="Rounded Rectangle 6"/>
          <p:cNvGrpSpPr/>
          <p:nvPr/>
        </p:nvGrpSpPr>
        <p:grpSpPr>
          <a:xfrm>
            <a:off x="1323594" y="2615183"/>
            <a:ext cx="807720" cy="310897"/>
            <a:chOff x="0" y="0"/>
            <a:chExt cx="807719" cy="310895"/>
          </a:xfrm>
        </p:grpSpPr>
        <p:sp>
          <p:nvSpPr>
            <p:cNvPr id="158" name="모서리가 둥근 직사각형"/>
            <p:cNvSpPr/>
            <p:nvPr/>
          </p:nvSpPr>
          <p:spPr>
            <a:xfrm>
              <a:off x="0" y="0"/>
              <a:ext cx="807720" cy="310896"/>
            </a:xfrm>
            <a:prstGeom prst="roundRect">
              <a:avLst>
                <a:gd name="adj" fmla="val 45000"/>
              </a:avLst>
            </a:prstGeom>
            <a:solidFill>
              <a:srgbClr val="EFF6FF"/>
            </a:solidFill>
            <a:ln w="9525" cap="flat">
              <a:solidFill>
                <a:srgbClr val="DBEAFE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59" name="레이아웃"/>
            <p:cNvSpPr txBox="1"/>
            <p:nvPr/>
          </p:nvSpPr>
          <p:spPr>
            <a:xfrm>
              <a:off x="45738" y="79247"/>
              <a:ext cx="716244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b="1" sz="1000">
                  <a:solidFill>
                    <a:srgbClr val="162556"/>
                  </a:solidFill>
                  <a:latin typeface="맑은 고딕"/>
                  <a:ea typeface="맑은 고딕"/>
                  <a:cs typeface="맑은 고딕"/>
                  <a:sym typeface="맑은 고딕"/>
                </a:defRPr>
              </a:lvl1pPr>
            </a:lstStyle>
            <a:p>
              <a:pPr>
                <a:defRPr>
                  <a:latin typeface="Malgun Gothic"/>
                  <a:ea typeface="Malgun Gothic"/>
                  <a:cs typeface="Malgun Gothic"/>
                  <a:sym typeface="Malgun Gothic"/>
                </a:defRPr>
              </a:pPr>
              <a:r>
                <a:rPr>
                  <a:latin typeface="맑은 고딕"/>
                  <a:ea typeface="맑은 고딕"/>
                  <a:cs typeface="맑은 고딕"/>
                  <a:sym typeface="맑은 고딕"/>
                </a:rPr>
                <a:t>레이아웃</a:t>
              </a:r>
            </a:p>
          </p:txBody>
        </p:sp>
      </p:grpSp>
      <p:grpSp>
        <p:nvGrpSpPr>
          <p:cNvPr id="163" name="Rounded Rectangle 7"/>
          <p:cNvGrpSpPr/>
          <p:nvPr/>
        </p:nvGrpSpPr>
        <p:grpSpPr>
          <a:xfrm>
            <a:off x="2213610" y="2615183"/>
            <a:ext cx="1014413" cy="310897"/>
            <a:chOff x="0" y="0"/>
            <a:chExt cx="1014412" cy="310895"/>
          </a:xfrm>
        </p:grpSpPr>
        <p:sp>
          <p:nvSpPr>
            <p:cNvPr id="161" name="모서리가 둥근 직사각형"/>
            <p:cNvSpPr/>
            <p:nvPr/>
          </p:nvSpPr>
          <p:spPr>
            <a:xfrm>
              <a:off x="0" y="0"/>
              <a:ext cx="1014413" cy="310896"/>
            </a:xfrm>
            <a:prstGeom prst="roundRect">
              <a:avLst>
                <a:gd name="adj" fmla="val 45000"/>
              </a:avLst>
            </a:prstGeom>
            <a:solidFill>
              <a:srgbClr val="EFF6FF"/>
            </a:solidFill>
            <a:ln w="9525" cap="flat">
              <a:solidFill>
                <a:srgbClr val="DBEAFE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62" name="폼 레이아웃"/>
            <p:cNvSpPr txBox="1"/>
            <p:nvPr/>
          </p:nvSpPr>
          <p:spPr>
            <a:xfrm>
              <a:off x="45738" y="74801"/>
              <a:ext cx="922936" cy="16129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b="1" sz="1000">
                  <a:solidFill>
                    <a:srgbClr val="162556"/>
                  </a:solidFill>
                  <a:latin typeface="맑은 고딕"/>
                  <a:ea typeface="맑은 고딕"/>
                  <a:cs typeface="맑은 고딕"/>
                  <a:sym typeface="맑은 고딕"/>
                </a:defRPr>
              </a:lvl1pPr>
            </a:lstStyle>
            <a:p>
              <a:pPr>
                <a:defRPr>
                  <a:latin typeface="Malgun Gothic"/>
                  <a:ea typeface="Malgun Gothic"/>
                  <a:cs typeface="Malgun Gothic"/>
                  <a:sym typeface="Malgun Gothic"/>
                </a:defRPr>
              </a:pPr>
              <a:r>
                <a:rPr>
                  <a:latin typeface="맑은 고딕"/>
                  <a:ea typeface="맑은 고딕"/>
                  <a:cs typeface="맑은 고딕"/>
                  <a:sym typeface="맑은 고딕"/>
                </a:rPr>
                <a:t>폼 레이아웃</a:t>
              </a:r>
            </a:p>
          </p:txBody>
        </p:sp>
      </p:grpSp>
      <p:sp>
        <p:nvSpPr>
          <p:cNvPr id="164" name="Oval 8"/>
          <p:cNvSpPr/>
          <p:nvPr/>
        </p:nvSpPr>
        <p:spPr>
          <a:xfrm>
            <a:off x="603504" y="3323844"/>
            <a:ext cx="77725" cy="77725"/>
          </a:xfrm>
          <a:prstGeom prst="ellipse">
            <a:avLst/>
          </a:prstGeom>
          <a:solidFill>
            <a:srgbClr val="155DF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65" name="TextBox 9"/>
          <p:cNvSpPr txBox="1"/>
          <p:nvPr/>
        </p:nvSpPr>
        <p:spPr>
          <a:xfrm>
            <a:off x="841248" y="3218687"/>
            <a:ext cx="4251960" cy="190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45000"/>
              </a:lnSpc>
              <a:defRPr sz="1200">
                <a:solidFill>
                  <a:srgbClr val="3F3F46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t>Outline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또는 디자인 뷰 어느 쪽에서 해도 됩니다</a:t>
            </a:r>
            <a:r>
              <a:t>.</a:t>
            </a:r>
          </a:p>
        </p:txBody>
      </p:sp>
      <p:sp>
        <p:nvSpPr>
          <p:cNvPr id="166" name="Oval 10"/>
          <p:cNvSpPr/>
          <p:nvPr/>
        </p:nvSpPr>
        <p:spPr>
          <a:xfrm>
            <a:off x="603504" y="3717035"/>
            <a:ext cx="77725" cy="77725"/>
          </a:xfrm>
          <a:prstGeom prst="ellipse">
            <a:avLst/>
          </a:prstGeom>
          <a:solidFill>
            <a:srgbClr val="155DF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67" name="TextBox 11"/>
          <p:cNvSpPr txBox="1"/>
          <p:nvPr/>
        </p:nvSpPr>
        <p:spPr>
          <a:xfrm>
            <a:off x="841248" y="3611879"/>
            <a:ext cx="4251960" cy="190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45000"/>
              </a:lnSpc>
              <a:defRPr sz="1200">
                <a:solidFill>
                  <a:srgbClr val="3F3F46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현재 체크는 버티컬 레이아웃에 있습니다</a:t>
            </a:r>
            <a:r>
              <a:t>.</a:t>
            </a:r>
          </a:p>
        </p:txBody>
      </p:sp>
      <p:sp>
        <p:nvSpPr>
          <p:cNvPr id="168" name="Rectangle 12"/>
          <p:cNvSpPr/>
          <p:nvPr/>
        </p:nvSpPr>
        <p:spPr>
          <a:xfrm>
            <a:off x="566928" y="4114800"/>
            <a:ext cx="4526280" cy="27432"/>
          </a:xfrm>
          <a:prstGeom prst="rect">
            <a:avLst/>
          </a:prstGeom>
          <a:solidFill>
            <a:srgbClr val="E4E4E7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69" name="TextBox 13"/>
          <p:cNvSpPr txBox="1"/>
          <p:nvPr/>
        </p:nvSpPr>
        <p:spPr>
          <a:xfrm>
            <a:off x="566928" y="4297679"/>
            <a:ext cx="4526280" cy="1748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45000"/>
              </a:lnSpc>
              <a:defRPr sz="1100">
                <a:solidFill>
                  <a:srgbClr val="71717A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일반화면 기준입니다</a:t>
            </a:r>
            <a:r>
              <a:t>.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팝업도 방식은 같습니다</a:t>
            </a:r>
            <a:r>
              <a:t>.</a:t>
            </a:r>
          </a:p>
        </p:txBody>
      </p:sp>
      <p:pic>
        <p:nvPicPr>
          <p:cNvPr id="170" name="Picture 14" descr="Picture 1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276842" y="960119"/>
            <a:ext cx="4618748" cy="5074922"/>
          </a:xfrm>
          <a:prstGeom prst="rect">
            <a:avLst/>
          </a:prstGeom>
          <a:ln>
            <a:solidFill>
              <a:srgbClr val="E4E4E7"/>
            </a:solidFill>
          </a:ln>
        </p:spPr>
      </p:pic>
      <p:sp>
        <p:nvSpPr>
          <p:cNvPr id="171" name="TextBox 15"/>
          <p:cNvSpPr txBox="1"/>
          <p:nvPr/>
        </p:nvSpPr>
        <p:spPr>
          <a:xfrm>
            <a:off x="566927" y="6327647"/>
            <a:ext cx="5486401" cy="1477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900">
                <a:solidFill>
                  <a:srgbClr val="71717A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t>①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루트 컨테이너</a:t>
            </a:r>
          </a:p>
        </p:txBody>
      </p:sp>
      <p:sp>
        <p:nvSpPr>
          <p:cNvPr id="172" name="TextBox 16"/>
          <p:cNvSpPr txBox="1"/>
          <p:nvPr/>
        </p:nvSpPr>
        <p:spPr>
          <a:xfrm>
            <a:off x="10058400" y="6327647"/>
            <a:ext cx="1572769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b="1" sz="900">
                <a:solidFill>
                  <a:srgbClr val="71717A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</a:lstStyle>
          <a:p>
            <a:pPr/>
            <a:r>
              <a:t>04 / 22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Rectangle 1"/>
          <p:cNvSpPr/>
          <p:nvPr/>
        </p:nvSpPr>
        <p:spPr>
          <a:xfrm>
            <a:off x="-1" y="-1"/>
            <a:ext cx="12191697" cy="91442"/>
          </a:xfrm>
          <a:prstGeom prst="rect">
            <a:avLst/>
          </a:prstGeom>
          <a:solidFill>
            <a:srgbClr val="155DF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5" name="TextBox 2"/>
          <p:cNvSpPr txBox="1"/>
          <p:nvPr/>
        </p:nvSpPr>
        <p:spPr>
          <a:xfrm>
            <a:off x="566927" y="457200"/>
            <a:ext cx="7315201" cy="1612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1000">
                <a:solidFill>
                  <a:srgbClr val="155DFC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STEP 03</a:t>
            </a:r>
            <a:r>
              <a:rPr b="0">
                <a:solidFill>
                  <a:srgbClr val="71717A"/>
                </a:solidFill>
                <a:latin typeface="Malgun Gothic"/>
                <a:ea typeface="Malgun Gothic"/>
                <a:cs typeface="Malgun Gothic"/>
                <a:sym typeface="Malgun Gothic"/>
              </a:rPr>
              <a:t>   ① </a:t>
            </a:r>
            <a:r>
              <a:rPr b="0">
                <a:solidFill>
                  <a:srgbClr val="71717A"/>
                </a:solidFill>
                <a:latin typeface="맑은 고딕"/>
                <a:ea typeface="맑은 고딕"/>
                <a:cs typeface="맑은 고딕"/>
                <a:sym typeface="맑은 고딕"/>
              </a:rPr>
              <a:t>루트 컨테이너</a:t>
            </a:r>
          </a:p>
        </p:txBody>
      </p:sp>
      <p:sp>
        <p:nvSpPr>
          <p:cNvPr id="176" name="TextBox 3"/>
          <p:cNvSpPr txBox="1"/>
          <p:nvPr/>
        </p:nvSpPr>
        <p:spPr>
          <a:xfrm>
            <a:off x="566927" y="786383"/>
            <a:ext cx="7994906" cy="3896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2400">
                <a:solidFill>
                  <a:srgbClr val="162556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행을 </a:t>
            </a:r>
            <a:r>
              <a:t>3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개로 만든다</a:t>
            </a:r>
          </a:p>
        </p:txBody>
      </p:sp>
      <p:sp>
        <p:nvSpPr>
          <p:cNvPr id="177" name="TextBox 4"/>
          <p:cNvSpPr txBox="1"/>
          <p:nvPr/>
        </p:nvSpPr>
        <p:spPr>
          <a:xfrm>
            <a:off x="566927" y="1316736"/>
            <a:ext cx="10058401" cy="2147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40000"/>
              </a:lnSpc>
              <a:defRPr sz="1300">
                <a:solidFill>
                  <a:srgbClr val="3F3F46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새 폼 레이아웃 대화상자에서 구획 수와 간격을 지정합니다</a:t>
            </a:r>
            <a:r>
              <a:t>.</a:t>
            </a:r>
          </a:p>
        </p:txBody>
      </p:sp>
      <p:grpSp>
        <p:nvGrpSpPr>
          <p:cNvPr id="180" name="Rounded Rectangle 5"/>
          <p:cNvGrpSpPr/>
          <p:nvPr/>
        </p:nvGrpSpPr>
        <p:grpSpPr>
          <a:xfrm>
            <a:off x="8817864" y="804672"/>
            <a:ext cx="554356" cy="310897"/>
            <a:chOff x="0" y="0"/>
            <a:chExt cx="554355" cy="310895"/>
          </a:xfrm>
        </p:grpSpPr>
        <p:sp>
          <p:nvSpPr>
            <p:cNvPr id="178" name="모서리가 둥근 직사각형"/>
            <p:cNvSpPr/>
            <p:nvPr/>
          </p:nvSpPr>
          <p:spPr>
            <a:xfrm>
              <a:off x="0" y="0"/>
              <a:ext cx="554356" cy="310896"/>
            </a:xfrm>
            <a:prstGeom prst="roundRect">
              <a:avLst>
                <a:gd name="adj" fmla="val 45000"/>
              </a:avLst>
            </a:prstGeom>
            <a:solidFill>
              <a:srgbClr val="EFF6FF"/>
            </a:solidFill>
            <a:ln w="9525" cap="flat">
              <a:solidFill>
                <a:srgbClr val="DBEAFE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79" name="열 1"/>
            <p:cNvSpPr txBox="1"/>
            <p:nvPr/>
          </p:nvSpPr>
          <p:spPr>
            <a:xfrm>
              <a:off x="45738" y="74801"/>
              <a:ext cx="462879" cy="16129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b="1" sz="1000">
                  <a:solidFill>
                    <a:srgbClr val="162556"/>
                  </a:solidFill>
                  <a:latin typeface="Malgun Gothic"/>
                  <a:ea typeface="Malgun Gothic"/>
                  <a:cs typeface="Malgun Gothic"/>
                  <a:sym typeface="Malgun Gothic"/>
                </a:defRPr>
              </a:pPr>
              <a:r>
                <a:rPr>
                  <a:latin typeface="맑은 고딕"/>
                  <a:ea typeface="맑은 고딕"/>
                  <a:cs typeface="맑은 고딕"/>
                  <a:sym typeface="맑은 고딕"/>
                </a:rPr>
                <a:t>열 </a:t>
              </a:r>
              <a:r>
                <a:t>1</a:t>
              </a:r>
            </a:p>
          </p:txBody>
        </p:sp>
      </p:grpSp>
      <p:grpSp>
        <p:nvGrpSpPr>
          <p:cNvPr id="183" name="Rounded Rectangle 6"/>
          <p:cNvGrpSpPr/>
          <p:nvPr/>
        </p:nvGrpSpPr>
        <p:grpSpPr>
          <a:xfrm>
            <a:off x="9454515" y="804672"/>
            <a:ext cx="554356" cy="310897"/>
            <a:chOff x="0" y="0"/>
            <a:chExt cx="554355" cy="310895"/>
          </a:xfrm>
        </p:grpSpPr>
        <p:sp>
          <p:nvSpPr>
            <p:cNvPr id="181" name="모서리가 둥근 직사각형"/>
            <p:cNvSpPr/>
            <p:nvPr/>
          </p:nvSpPr>
          <p:spPr>
            <a:xfrm>
              <a:off x="0" y="0"/>
              <a:ext cx="554356" cy="310896"/>
            </a:xfrm>
            <a:prstGeom prst="roundRect">
              <a:avLst>
                <a:gd name="adj" fmla="val 45000"/>
              </a:avLst>
            </a:prstGeom>
            <a:solidFill>
              <a:srgbClr val="EFF6FF"/>
            </a:solidFill>
            <a:ln w="9525" cap="flat">
              <a:solidFill>
                <a:srgbClr val="DBEAFE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82" name="행 3"/>
            <p:cNvSpPr txBox="1"/>
            <p:nvPr/>
          </p:nvSpPr>
          <p:spPr>
            <a:xfrm>
              <a:off x="45738" y="74801"/>
              <a:ext cx="462879" cy="16129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b="1" sz="1000">
                  <a:solidFill>
                    <a:srgbClr val="162556"/>
                  </a:solidFill>
                  <a:latin typeface="Malgun Gothic"/>
                  <a:ea typeface="Malgun Gothic"/>
                  <a:cs typeface="Malgun Gothic"/>
                  <a:sym typeface="Malgun Gothic"/>
                </a:defRPr>
              </a:pPr>
              <a:r>
                <a:rPr>
                  <a:latin typeface="맑은 고딕"/>
                  <a:ea typeface="맑은 고딕"/>
                  <a:cs typeface="맑은 고딕"/>
                  <a:sym typeface="맑은 고딕"/>
                </a:rPr>
                <a:t>행 </a:t>
              </a:r>
              <a:r>
                <a:t>3</a:t>
              </a:r>
            </a:p>
          </p:txBody>
        </p:sp>
      </p:grpSp>
      <p:grpSp>
        <p:nvGrpSpPr>
          <p:cNvPr id="186" name="Rounded Rectangle 7"/>
          <p:cNvGrpSpPr/>
          <p:nvPr/>
        </p:nvGrpSpPr>
        <p:grpSpPr>
          <a:xfrm>
            <a:off x="10091166" y="804672"/>
            <a:ext cx="687705" cy="310897"/>
            <a:chOff x="0" y="0"/>
            <a:chExt cx="687704" cy="310895"/>
          </a:xfrm>
        </p:grpSpPr>
        <p:sp>
          <p:nvSpPr>
            <p:cNvPr id="184" name="모서리가 둥근 직사각형"/>
            <p:cNvSpPr/>
            <p:nvPr/>
          </p:nvSpPr>
          <p:spPr>
            <a:xfrm>
              <a:off x="0" y="0"/>
              <a:ext cx="687705" cy="310896"/>
            </a:xfrm>
            <a:prstGeom prst="roundRect">
              <a:avLst>
                <a:gd name="adj" fmla="val 45000"/>
              </a:avLst>
            </a:prstGeom>
            <a:solidFill>
              <a:srgbClr val="EFF6FF"/>
            </a:solidFill>
            <a:ln w="9525" cap="flat">
              <a:solidFill>
                <a:srgbClr val="DBEAFE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85" name="여백 0"/>
            <p:cNvSpPr txBox="1"/>
            <p:nvPr/>
          </p:nvSpPr>
          <p:spPr>
            <a:xfrm>
              <a:off x="45738" y="74801"/>
              <a:ext cx="596228" cy="16129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b="1" sz="1000">
                  <a:solidFill>
                    <a:srgbClr val="162556"/>
                  </a:solidFill>
                  <a:latin typeface="Malgun Gothic"/>
                  <a:ea typeface="Malgun Gothic"/>
                  <a:cs typeface="Malgun Gothic"/>
                  <a:sym typeface="Malgun Gothic"/>
                </a:defRPr>
              </a:pPr>
              <a:r>
                <a:rPr>
                  <a:latin typeface="맑은 고딕"/>
                  <a:ea typeface="맑은 고딕"/>
                  <a:cs typeface="맑은 고딕"/>
                  <a:sym typeface="맑은 고딕"/>
                </a:rPr>
                <a:t>여백 </a:t>
              </a:r>
              <a:r>
                <a:t>0</a:t>
              </a:r>
            </a:p>
          </p:txBody>
        </p:sp>
      </p:grpSp>
      <p:grpSp>
        <p:nvGrpSpPr>
          <p:cNvPr id="189" name="Rounded Rectangle 8"/>
          <p:cNvGrpSpPr/>
          <p:nvPr/>
        </p:nvGrpSpPr>
        <p:grpSpPr>
          <a:xfrm>
            <a:off x="10861167" y="804672"/>
            <a:ext cx="687705" cy="310897"/>
            <a:chOff x="0" y="0"/>
            <a:chExt cx="687704" cy="310895"/>
          </a:xfrm>
        </p:grpSpPr>
        <p:sp>
          <p:nvSpPr>
            <p:cNvPr id="187" name="모서리가 둥근 직사각형"/>
            <p:cNvSpPr/>
            <p:nvPr/>
          </p:nvSpPr>
          <p:spPr>
            <a:xfrm>
              <a:off x="0" y="0"/>
              <a:ext cx="687705" cy="310896"/>
            </a:xfrm>
            <a:prstGeom prst="roundRect">
              <a:avLst>
                <a:gd name="adj" fmla="val 45000"/>
              </a:avLst>
            </a:prstGeom>
            <a:solidFill>
              <a:srgbClr val="EFF6FF"/>
            </a:solidFill>
            <a:ln w="9525" cap="flat">
              <a:solidFill>
                <a:srgbClr val="DBEAFE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88" name="간격 0"/>
            <p:cNvSpPr txBox="1"/>
            <p:nvPr/>
          </p:nvSpPr>
          <p:spPr>
            <a:xfrm>
              <a:off x="45738" y="74801"/>
              <a:ext cx="596228" cy="16129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b="1" sz="1000">
                  <a:solidFill>
                    <a:srgbClr val="162556"/>
                  </a:solidFill>
                  <a:latin typeface="Malgun Gothic"/>
                  <a:ea typeface="Malgun Gothic"/>
                  <a:cs typeface="Malgun Gothic"/>
                  <a:sym typeface="Malgun Gothic"/>
                </a:defRPr>
              </a:pPr>
              <a:r>
                <a:rPr>
                  <a:latin typeface="맑은 고딕"/>
                  <a:ea typeface="맑은 고딕"/>
                  <a:cs typeface="맑은 고딕"/>
                  <a:sym typeface="맑은 고딕"/>
                </a:rPr>
                <a:t>간격 </a:t>
              </a:r>
              <a:r>
                <a:t>0</a:t>
              </a:r>
            </a:p>
          </p:txBody>
        </p:sp>
      </p:grpSp>
      <p:sp>
        <p:nvSpPr>
          <p:cNvPr id="190" name="TextBox 9"/>
          <p:cNvSpPr txBox="1"/>
          <p:nvPr/>
        </p:nvSpPr>
        <p:spPr>
          <a:xfrm>
            <a:off x="566928" y="1673351"/>
            <a:ext cx="10881360" cy="1748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40000"/>
              </a:lnSpc>
              <a:defRPr sz="1100">
                <a:solidFill>
                  <a:srgbClr val="71717A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t>·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열 </a:t>
            </a:r>
            <a:r>
              <a:t>1 ·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행 </a:t>
            </a:r>
            <a:r>
              <a:t>3 —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앱헤더 </a:t>
            </a:r>
            <a:r>
              <a:t>/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조회 </a:t>
            </a:r>
            <a:r>
              <a:t>/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바디    </a:t>
            </a:r>
            <a:r>
              <a:t>·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여백 </a:t>
            </a:r>
            <a:r>
              <a:t>0 ·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간격 </a:t>
            </a:r>
            <a:r>
              <a:t>0 —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루트는 간격을 두지 않습니다</a:t>
            </a:r>
            <a:r>
              <a:t>.</a:t>
            </a:r>
          </a:p>
        </p:txBody>
      </p:sp>
      <p:pic>
        <p:nvPicPr>
          <p:cNvPr id="191" name="Picture 10" descr="Picture 1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338898" y="2121407"/>
            <a:ext cx="9520297" cy="4023360"/>
          </a:xfrm>
          <a:prstGeom prst="rect">
            <a:avLst/>
          </a:prstGeom>
          <a:ln>
            <a:solidFill>
              <a:srgbClr val="E4E4E7"/>
            </a:solidFill>
          </a:ln>
        </p:spPr>
      </p:pic>
      <p:sp>
        <p:nvSpPr>
          <p:cNvPr id="192" name="TextBox 11"/>
          <p:cNvSpPr txBox="1"/>
          <p:nvPr/>
        </p:nvSpPr>
        <p:spPr>
          <a:xfrm>
            <a:off x="566927" y="6327647"/>
            <a:ext cx="5486401" cy="1477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900">
                <a:solidFill>
                  <a:srgbClr val="71717A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t>①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루트 컨테이너</a:t>
            </a:r>
          </a:p>
        </p:txBody>
      </p:sp>
      <p:sp>
        <p:nvSpPr>
          <p:cNvPr id="193" name="TextBox 12"/>
          <p:cNvSpPr txBox="1"/>
          <p:nvPr/>
        </p:nvSpPr>
        <p:spPr>
          <a:xfrm>
            <a:off x="10058400" y="6327647"/>
            <a:ext cx="1572769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b="1" sz="900">
                <a:solidFill>
                  <a:srgbClr val="71717A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</a:lstStyle>
          <a:p>
            <a:pPr/>
            <a:r>
              <a:t>05 / 22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Rectangle 1"/>
          <p:cNvSpPr/>
          <p:nvPr/>
        </p:nvSpPr>
        <p:spPr>
          <a:xfrm>
            <a:off x="-1" y="-1"/>
            <a:ext cx="12191697" cy="91442"/>
          </a:xfrm>
          <a:prstGeom prst="rect">
            <a:avLst/>
          </a:prstGeom>
          <a:solidFill>
            <a:srgbClr val="155DF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96" name="TextBox 2"/>
          <p:cNvSpPr txBox="1"/>
          <p:nvPr/>
        </p:nvSpPr>
        <p:spPr>
          <a:xfrm>
            <a:off x="566927" y="457200"/>
            <a:ext cx="7315201" cy="1612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1000">
                <a:solidFill>
                  <a:srgbClr val="155DFC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STEP 04</a:t>
            </a:r>
            <a:r>
              <a:rPr b="0">
                <a:solidFill>
                  <a:srgbClr val="71717A"/>
                </a:solidFill>
                <a:latin typeface="Malgun Gothic"/>
                <a:ea typeface="Malgun Gothic"/>
                <a:cs typeface="Malgun Gothic"/>
                <a:sym typeface="Malgun Gothic"/>
              </a:rPr>
              <a:t>   ① </a:t>
            </a:r>
            <a:r>
              <a:rPr b="0">
                <a:solidFill>
                  <a:srgbClr val="71717A"/>
                </a:solidFill>
                <a:latin typeface="맑은 고딕"/>
                <a:ea typeface="맑은 고딕"/>
                <a:cs typeface="맑은 고딕"/>
                <a:sym typeface="맑은 고딕"/>
              </a:rPr>
              <a:t>루트 컨테이너</a:t>
            </a:r>
          </a:p>
        </p:txBody>
      </p:sp>
      <p:sp>
        <p:nvSpPr>
          <p:cNvPr id="197" name="TextBox 3"/>
          <p:cNvSpPr txBox="1"/>
          <p:nvPr/>
        </p:nvSpPr>
        <p:spPr>
          <a:xfrm>
            <a:off x="566927" y="786383"/>
            <a:ext cx="9258111" cy="3896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2400">
                <a:solidFill>
                  <a:srgbClr val="162556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t>3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개 행이 </a:t>
            </a:r>
            <a:r>
              <a:t>1 fr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로 만들어진 것을 확인한다</a:t>
            </a:r>
          </a:p>
        </p:txBody>
      </p:sp>
      <p:grpSp>
        <p:nvGrpSpPr>
          <p:cNvPr id="200" name="Rounded Rectangle 4"/>
          <p:cNvGrpSpPr/>
          <p:nvPr/>
        </p:nvGrpSpPr>
        <p:grpSpPr>
          <a:xfrm>
            <a:off x="10081069" y="804672"/>
            <a:ext cx="1467803" cy="310897"/>
            <a:chOff x="0" y="0"/>
            <a:chExt cx="1467801" cy="310895"/>
          </a:xfrm>
        </p:grpSpPr>
        <p:sp>
          <p:nvSpPr>
            <p:cNvPr id="198" name="모서리가 둥근 직사각형"/>
            <p:cNvSpPr/>
            <p:nvPr/>
          </p:nvSpPr>
          <p:spPr>
            <a:xfrm>
              <a:off x="0" y="0"/>
              <a:ext cx="1467802" cy="310896"/>
            </a:xfrm>
            <a:prstGeom prst="roundRect">
              <a:avLst>
                <a:gd name="adj" fmla="val 45000"/>
              </a:avLst>
            </a:prstGeom>
            <a:solidFill>
              <a:srgbClr val="EFF6FF"/>
            </a:solidFill>
            <a:ln w="9525" cap="flat">
              <a:solidFill>
                <a:srgbClr val="DBEAFE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99" name="기본값 1 fr × 3행"/>
            <p:cNvSpPr txBox="1"/>
            <p:nvPr/>
          </p:nvSpPr>
          <p:spPr>
            <a:xfrm>
              <a:off x="45738" y="74801"/>
              <a:ext cx="1376326" cy="16129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b="1" sz="1000">
                  <a:solidFill>
                    <a:srgbClr val="162556"/>
                  </a:solidFill>
                  <a:latin typeface="Malgun Gothic"/>
                  <a:ea typeface="Malgun Gothic"/>
                  <a:cs typeface="Malgun Gothic"/>
                  <a:sym typeface="Malgun Gothic"/>
                </a:defRPr>
              </a:pPr>
              <a:r>
                <a:rPr>
                  <a:latin typeface="맑은 고딕"/>
                  <a:ea typeface="맑은 고딕"/>
                  <a:cs typeface="맑은 고딕"/>
                  <a:sym typeface="맑은 고딕"/>
                </a:rPr>
                <a:t>기본값 </a:t>
              </a:r>
              <a:r>
                <a:t>1 fr × 3</a:t>
              </a:r>
              <a:r>
                <a:rPr>
                  <a:latin typeface="맑은 고딕"/>
                  <a:ea typeface="맑은 고딕"/>
                  <a:cs typeface="맑은 고딕"/>
                  <a:sym typeface="맑은 고딕"/>
                </a:rPr>
                <a:t>행</a:t>
              </a:r>
            </a:p>
          </p:txBody>
        </p:sp>
      </p:grpSp>
      <p:pic>
        <p:nvPicPr>
          <p:cNvPr id="201" name="Picture 5" descr="Picture 5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804673" y="1874518"/>
            <a:ext cx="8588749" cy="4270249"/>
          </a:xfrm>
          <a:prstGeom prst="rect">
            <a:avLst/>
          </a:prstGeom>
          <a:ln>
            <a:solidFill>
              <a:srgbClr val="E4E4E7"/>
            </a:solidFill>
          </a:ln>
        </p:spPr>
      </p:pic>
      <p:sp>
        <p:nvSpPr>
          <p:cNvPr id="202" name="TextBox 6"/>
          <p:cNvSpPr txBox="1"/>
          <p:nvPr/>
        </p:nvSpPr>
        <p:spPr>
          <a:xfrm>
            <a:off x="566927" y="6327647"/>
            <a:ext cx="5486401" cy="1477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900">
                <a:solidFill>
                  <a:srgbClr val="71717A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t>①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루트 컨테이너</a:t>
            </a:r>
          </a:p>
        </p:txBody>
      </p:sp>
      <p:sp>
        <p:nvSpPr>
          <p:cNvPr id="203" name="TextBox 7"/>
          <p:cNvSpPr txBox="1"/>
          <p:nvPr/>
        </p:nvSpPr>
        <p:spPr>
          <a:xfrm>
            <a:off x="10058400" y="6327647"/>
            <a:ext cx="1572769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b="1" sz="900">
                <a:solidFill>
                  <a:srgbClr val="71717A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</a:lstStyle>
          <a:p>
            <a:pPr/>
            <a:r>
              <a:t>06 / 22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Rectangle 1"/>
          <p:cNvSpPr/>
          <p:nvPr/>
        </p:nvSpPr>
        <p:spPr>
          <a:xfrm>
            <a:off x="-1" y="-1"/>
            <a:ext cx="12191697" cy="91442"/>
          </a:xfrm>
          <a:prstGeom prst="rect">
            <a:avLst/>
          </a:prstGeom>
          <a:solidFill>
            <a:srgbClr val="FE9A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06" name="TextBox 2"/>
          <p:cNvSpPr txBox="1"/>
          <p:nvPr/>
        </p:nvSpPr>
        <p:spPr>
          <a:xfrm>
            <a:off x="566927" y="457200"/>
            <a:ext cx="7315201" cy="1612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1000">
                <a:solidFill>
                  <a:srgbClr val="8E6A00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KEY CONCEPT</a:t>
            </a:r>
            <a:r>
              <a:rPr b="0">
                <a:solidFill>
                  <a:srgbClr val="71717A"/>
                </a:solidFill>
                <a:latin typeface="맑은 고딕"/>
                <a:ea typeface="맑은 고딕"/>
                <a:cs typeface="맑은 고딕"/>
                <a:sym typeface="맑은 고딕"/>
              </a:rPr>
              <a:t>   행 높이를 지정하기 전에</a:t>
            </a:r>
          </a:p>
        </p:txBody>
      </p:sp>
      <p:sp>
        <p:nvSpPr>
          <p:cNvPr id="207" name="TextBox 3"/>
          <p:cNvSpPr txBox="1"/>
          <p:nvPr/>
        </p:nvSpPr>
        <p:spPr>
          <a:xfrm>
            <a:off x="566927" y="786383"/>
            <a:ext cx="8229601" cy="4838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3000">
                <a:solidFill>
                  <a:srgbClr val="162556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>
              <a:defRPr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자동 크기 사용이란</a:t>
            </a:r>
          </a:p>
        </p:txBody>
      </p:sp>
      <p:pic>
        <p:nvPicPr>
          <p:cNvPr id="208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66927" y="1507635"/>
            <a:ext cx="6035042" cy="633184"/>
          </a:xfrm>
          <a:prstGeom prst="rect">
            <a:avLst/>
          </a:prstGeom>
          <a:ln>
            <a:solidFill>
              <a:srgbClr val="E4E4E7"/>
            </a:solidFill>
          </a:ln>
        </p:spPr>
      </p:pic>
      <p:sp>
        <p:nvSpPr>
          <p:cNvPr id="209" name="Rounded Rectangle 5"/>
          <p:cNvSpPr/>
          <p:nvPr/>
        </p:nvSpPr>
        <p:spPr>
          <a:xfrm>
            <a:off x="4462271" y="1611905"/>
            <a:ext cx="1726571" cy="423378"/>
          </a:xfrm>
          <a:prstGeom prst="roundRect">
            <a:avLst>
              <a:gd name="adj" fmla="val 20000"/>
            </a:avLst>
          </a:prstGeom>
          <a:ln w="31750">
            <a:solidFill>
              <a:srgbClr val="FE9A00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10" name="Rectangle 6"/>
          <p:cNvSpPr/>
          <p:nvPr/>
        </p:nvSpPr>
        <p:spPr>
          <a:xfrm>
            <a:off x="566927" y="2395727"/>
            <a:ext cx="11064242" cy="786386"/>
          </a:xfrm>
          <a:prstGeom prst="rect">
            <a:avLst/>
          </a:prstGeom>
          <a:solidFill>
            <a:srgbClr val="FEFAEB"/>
          </a:solidFill>
          <a:ln w="12700">
            <a:solidFill>
              <a:srgbClr val="FE9A00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11" name="Rectangle 7"/>
          <p:cNvSpPr/>
          <p:nvPr/>
        </p:nvSpPr>
        <p:spPr>
          <a:xfrm>
            <a:off x="566927" y="2395727"/>
            <a:ext cx="64009" cy="786386"/>
          </a:xfrm>
          <a:prstGeom prst="rect">
            <a:avLst/>
          </a:prstGeom>
          <a:solidFill>
            <a:srgbClr val="FE9A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12" name="TextBox 8"/>
          <p:cNvSpPr txBox="1"/>
          <p:nvPr/>
        </p:nvSpPr>
        <p:spPr>
          <a:xfrm>
            <a:off x="932688" y="2702177"/>
            <a:ext cx="10424160" cy="2283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5000"/>
              </a:lnSpc>
              <a:defRPr sz="1400">
                <a:solidFill>
                  <a:srgbClr val="3F3F46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입력한 </a:t>
            </a:r>
            <a:r>
              <a:t>px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는 </a:t>
            </a:r>
            <a:r>
              <a:rPr b="1">
                <a:solidFill>
                  <a:srgbClr val="8E6A00"/>
                </a:solidFill>
                <a:latin typeface="맑은 고딕"/>
                <a:ea typeface="맑은 고딕"/>
                <a:cs typeface="맑은 고딕"/>
                <a:sym typeface="맑은 고딕"/>
              </a:rPr>
              <a:t>디자인 편집기에서 보이는 높이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 일 뿐입니다</a:t>
            </a:r>
            <a:r>
              <a:t>.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실제 렌더링에서는 그 행의 </a:t>
            </a:r>
            <a:r>
              <a:rPr b="1">
                <a:solidFill>
                  <a:srgbClr val="8E6A00"/>
                </a:solidFill>
                <a:latin typeface="맑은 고딕"/>
                <a:ea typeface="맑은 고딕"/>
                <a:cs typeface="맑은 고딕"/>
                <a:sym typeface="맑은 고딕"/>
              </a:rPr>
              <a:t>내용 높이에 맞춰 자동으로 계산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 됩니다</a:t>
            </a:r>
            <a:r>
              <a:t>.</a:t>
            </a:r>
          </a:p>
        </p:txBody>
      </p:sp>
      <p:sp>
        <p:nvSpPr>
          <p:cNvPr id="213" name="Rectangle 9"/>
          <p:cNvSpPr/>
          <p:nvPr/>
        </p:nvSpPr>
        <p:spPr>
          <a:xfrm>
            <a:off x="566927" y="3438144"/>
            <a:ext cx="5486401" cy="1389889"/>
          </a:xfrm>
          <a:prstGeom prst="rect">
            <a:avLst/>
          </a:prstGeom>
          <a:solidFill>
            <a:srgbClr val="EFF6FF"/>
          </a:solidFill>
          <a:ln w="12700">
            <a:solidFill>
              <a:srgbClr val="DBEAFE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14" name="TextBox 10"/>
          <p:cNvSpPr txBox="1"/>
          <p:nvPr/>
        </p:nvSpPr>
        <p:spPr>
          <a:xfrm>
            <a:off x="877823" y="3657600"/>
            <a:ext cx="4937762" cy="7588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1200">
                <a:solidFill>
                  <a:srgbClr val="155DFC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체크 </a:t>
            </a:r>
            <a:r>
              <a:t>O  — 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표준</a:t>
            </a:r>
            <a:endParaRPr>
              <a:latin typeface="맑은 고딕"/>
              <a:ea typeface="맑은 고딕"/>
              <a:cs typeface="맑은 고딕"/>
              <a:sym typeface="맑은 고딕"/>
            </a:endParaRPr>
          </a:p>
          <a:p>
            <a:pPr>
              <a:lnSpc>
                <a:spcPct val="145000"/>
              </a:lnSpc>
              <a:spcBef>
                <a:spcPts val="800"/>
              </a:spcBef>
              <a:defRPr sz="1200">
                <a:solidFill>
                  <a:srgbClr val="162556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편집기에서는 </a:t>
            </a:r>
            <a:r>
              <a:t>60px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로 보이지만</a:t>
            </a:r>
            <a:r>
              <a:t>,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브라우저에서는 앱헤더가 실제로 차지하는 높이만큼만 잡힙니다</a:t>
            </a:r>
            <a:r>
              <a:t>.</a:t>
            </a:r>
          </a:p>
        </p:txBody>
      </p:sp>
      <p:sp>
        <p:nvSpPr>
          <p:cNvPr id="215" name="Rectangle 11"/>
          <p:cNvSpPr/>
          <p:nvPr/>
        </p:nvSpPr>
        <p:spPr>
          <a:xfrm>
            <a:off x="6144767" y="3438144"/>
            <a:ext cx="5486401" cy="1389889"/>
          </a:xfrm>
          <a:prstGeom prst="rect">
            <a:avLst/>
          </a:prstGeom>
          <a:solidFill>
            <a:srgbClr val="FAFAFA"/>
          </a:solidFill>
          <a:ln w="12700">
            <a:solidFill>
              <a:srgbClr val="E4E4E7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16" name="TextBox 12"/>
          <p:cNvSpPr txBox="1"/>
          <p:nvPr/>
        </p:nvSpPr>
        <p:spPr>
          <a:xfrm>
            <a:off x="6455664" y="3657600"/>
            <a:ext cx="4937761" cy="7588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1200">
                <a:solidFill>
                  <a:srgbClr val="71717A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체크 </a:t>
            </a:r>
            <a:r>
              <a:t>X  — 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고정 높이</a:t>
            </a:r>
            <a:endParaRPr>
              <a:latin typeface="맑은 고딕"/>
              <a:ea typeface="맑은 고딕"/>
              <a:cs typeface="맑은 고딕"/>
              <a:sym typeface="맑은 고딕"/>
            </a:endParaRPr>
          </a:p>
          <a:p>
            <a:pPr>
              <a:lnSpc>
                <a:spcPct val="145000"/>
              </a:lnSpc>
              <a:spcBef>
                <a:spcPts val="800"/>
              </a:spcBef>
              <a:defRPr sz="1200">
                <a:solidFill>
                  <a:srgbClr val="3F3F46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t>60px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가 그대로 고정됩니다</a:t>
            </a:r>
            <a:r>
              <a:t>.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내용이 없거나 줄어도 그 높이가 남아 빈 공간이 생깁니다</a:t>
            </a:r>
            <a:r>
              <a:t>.</a:t>
            </a:r>
          </a:p>
        </p:txBody>
      </p:sp>
      <p:sp>
        <p:nvSpPr>
          <p:cNvPr id="217" name="TextBox 13"/>
          <p:cNvSpPr txBox="1"/>
          <p:nvPr/>
        </p:nvSpPr>
        <p:spPr>
          <a:xfrm>
            <a:off x="566927" y="4992623"/>
            <a:ext cx="11064242" cy="190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200">
                <a:solidFill>
                  <a:srgbClr val="162556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>
              <a:defRPr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그래서 이렇게 동작합니다</a:t>
            </a:r>
          </a:p>
        </p:txBody>
      </p:sp>
      <p:sp>
        <p:nvSpPr>
          <p:cNvPr id="218" name="Oval 14"/>
          <p:cNvSpPr/>
          <p:nvPr/>
        </p:nvSpPr>
        <p:spPr>
          <a:xfrm>
            <a:off x="603504" y="5417820"/>
            <a:ext cx="73153" cy="73153"/>
          </a:xfrm>
          <a:prstGeom prst="ellipse">
            <a:avLst/>
          </a:prstGeom>
          <a:solidFill>
            <a:srgbClr val="FE9A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19" name="TextBox 15"/>
          <p:cNvSpPr txBox="1"/>
          <p:nvPr/>
        </p:nvSpPr>
        <p:spPr>
          <a:xfrm>
            <a:off x="841247" y="5321808"/>
            <a:ext cx="10789922" cy="190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40000"/>
              </a:lnSpc>
              <a:defRPr sz="1200">
                <a:solidFill>
                  <a:srgbClr val="3F3F46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앱헤더를 쓰지 않는 화면</a:t>
            </a:r>
            <a:r>
              <a:t>(visible=false)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에서 </a:t>
            </a:r>
            <a:r>
              <a:t>1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행 </a:t>
            </a:r>
            <a:r>
              <a:t>60px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자리가 빈칸으로 남지 않습니다</a:t>
            </a:r>
            <a:r>
              <a:t>.</a:t>
            </a:r>
          </a:p>
        </p:txBody>
      </p:sp>
      <p:sp>
        <p:nvSpPr>
          <p:cNvPr id="220" name="Oval 16"/>
          <p:cNvSpPr/>
          <p:nvPr/>
        </p:nvSpPr>
        <p:spPr>
          <a:xfrm>
            <a:off x="603504" y="5701284"/>
            <a:ext cx="73153" cy="73153"/>
          </a:xfrm>
          <a:prstGeom prst="ellipse">
            <a:avLst/>
          </a:prstGeom>
          <a:solidFill>
            <a:srgbClr val="FE9A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21" name="TextBox 17"/>
          <p:cNvSpPr txBox="1"/>
          <p:nvPr/>
        </p:nvSpPr>
        <p:spPr>
          <a:xfrm>
            <a:off x="841247" y="5605271"/>
            <a:ext cx="10789922" cy="190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40000"/>
              </a:lnSpc>
              <a:defRPr sz="1200">
                <a:solidFill>
                  <a:srgbClr val="3F3F46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조회조건이 한 줄인 화면에서 </a:t>
            </a:r>
            <a:r>
              <a:t>2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행이 </a:t>
            </a:r>
            <a:r>
              <a:t>132px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만큼 벌어지지 않습니다</a:t>
            </a:r>
            <a:r>
              <a:t>.</a:t>
            </a:r>
          </a:p>
        </p:txBody>
      </p:sp>
      <p:sp>
        <p:nvSpPr>
          <p:cNvPr id="222" name="Oval 18"/>
          <p:cNvSpPr/>
          <p:nvPr/>
        </p:nvSpPr>
        <p:spPr>
          <a:xfrm>
            <a:off x="603504" y="5984747"/>
            <a:ext cx="73153" cy="73153"/>
          </a:xfrm>
          <a:prstGeom prst="ellipse">
            <a:avLst/>
          </a:prstGeom>
          <a:solidFill>
            <a:srgbClr val="FE9A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23" name="TextBox 19"/>
          <p:cNvSpPr txBox="1"/>
          <p:nvPr/>
        </p:nvSpPr>
        <p:spPr>
          <a:xfrm>
            <a:off x="841247" y="5888735"/>
            <a:ext cx="10789922" cy="190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40000"/>
              </a:lnSpc>
              <a:defRPr sz="1200">
                <a:solidFill>
                  <a:srgbClr val="3F3F46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타이틀을 숨긴 </a:t>
            </a:r>
            <a:r>
              <a:t>.content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에서 </a:t>
            </a:r>
            <a:r>
              <a:t>36px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자리가 남지 않습니다</a:t>
            </a:r>
            <a:r>
              <a:t>.</a:t>
            </a:r>
          </a:p>
        </p:txBody>
      </p:sp>
      <p:sp>
        <p:nvSpPr>
          <p:cNvPr id="224" name="TextBox 20"/>
          <p:cNvSpPr txBox="1"/>
          <p:nvPr/>
        </p:nvSpPr>
        <p:spPr>
          <a:xfrm>
            <a:off x="566927" y="6327647"/>
            <a:ext cx="8229601" cy="1612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1000">
                <a:solidFill>
                  <a:srgbClr val="71717A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t>1 FR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행에는 해당하지 않습니다 </a:t>
            </a:r>
            <a:r>
              <a:t>—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단위를 </a:t>
            </a:r>
            <a:r>
              <a:t>FR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로 바꾸면 자동 크기 체크박스 자체가 사라집니다</a:t>
            </a:r>
            <a:r>
              <a:t>.</a:t>
            </a:r>
          </a:p>
        </p:txBody>
      </p:sp>
      <p:sp>
        <p:nvSpPr>
          <p:cNvPr id="225" name="TextBox 21"/>
          <p:cNvSpPr txBox="1"/>
          <p:nvPr/>
        </p:nvSpPr>
        <p:spPr>
          <a:xfrm>
            <a:off x="10058400" y="6327647"/>
            <a:ext cx="1572769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b="1" sz="900">
                <a:solidFill>
                  <a:srgbClr val="71717A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</a:lstStyle>
          <a:p>
            <a:pPr/>
            <a:r>
              <a:t>07 / 22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Rectangle 1"/>
          <p:cNvSpPr/>
          <p:nvPr/>
        </p:nvSpPr>
        <p:spPr>
          <a:xfrm>
            <a:off x="-1" y="-1"/>
            <a:ext cx="12191697" cy="91442"/>
          </a:xfrm>
          <a:prstGeom prst="rect">
            <a:avLst/>
          </a:prstGeom>
          <a:solidFill>
            <a:srgbClr val="155DF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28" name="TextBox 2"/>
          <p:cNvSpPr txBox="1"/>
          <p:nvPr/>
        </p:nvSpPr>
        <p:spPr>
          <a:xfrm>
            <a:off x="566927" y="457200"/>
            <a:ext cx="7315201" cy="1612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1000">
                <a:solidFill>
                  <a:srgbClr val="155DFC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STEP 05</a:t>
            </a:r>
            <a:r>
              <a:rPr b="0">
                <a:solidFill>
                  <a:srgbClr val="71717A"/>
                </a:solidFill>
                <a:latin typeface="Malgun Gothic"/>
                <a:ea typeface="Malgun Gothic"/>
                <a:cs typeface="Malgun Gothic"/>
                <a:sym typeface="Malgun Gothic"/>
              </a:rPr>
              <a:t>   ① </a:t>
            </a:r>
            <a:r>
              <a:rPr b="0">
                <a:solidFill>
                  <a:srgbClr val="71717A"/>
                </a:solidFill>
                <a:latin typeface="맑은 고딕"/>
                <a:ea typeface="맑은 고딕"/>
                <a:cs typeface="맑은 고딕"/>
                <a:sym typeface="맑은 고딕"/>
              </a:rPr>
              <a:t>루트 컨테이너</a:t>
            </a:r>
          </a:p>
        </p:txBody>
      </p:sp>
      <p:sp>
        <p:nvSpPr>
          <p:cNvPr id="229" name="TextBox 3"/>
          <p:cNvSpPr txBox="1"/>
          <p:nvPr/>
        </p:nvSpPr>
        <p:spPr>
          <a:xfrm>
            <a:off x="566928" y="786383"/>
            <a:ext cx="7684769" cy="3896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2400">
                <a:solidFill>
                  <a:srgbClr val="162556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t>1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행 높이를 </a:t>
            </a:r>
            <a:r>
              <a:t>60px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로 지정한다</a:t>
            </a:r>
          </a:p>
        </p:txBody>
      </p:sp>
      <p:sp>
        <p:nvSpPr>
          <p:cNvPr id="230" name="TextBox 4"/>
          <p:cNvSpPr txBox="1"/>
          <p:nvPr/>
        </p:nvSpPr>
        <p:spPr>
          <a:xfrm>
            <a:off x="566927" y="1316736"/>
            <a:ext cx="10058401" cy="2147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40000"/>
              </a:lnSpc>
              <a:defRPr sz="1300">
                <a:solidFill>
                  <a:srgbClr val="3F3F46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행 구획을 더블클릭하면 폼 레이아웃 구획 변경 창이 열립니다</a:t>
            </a:r>
            <a:r>
              <a:t>.</a:t>
            </a:r>
          </a:p>
        </p:txBody>
      </p:sp>
      <p:grpSp>
        <p:nvGrpSpPr>
          <p:cNvPr id="233" name="Rounded Rectangle 5"/>
          <p:cNvGrpSpPr/>
          <p:nvPr/>
        </p:nvGrpSpPr>
        <p:grpSpPr>
          <a:xfrm>
            <a:off x="8507730" y="804672"/>
            <a:ext cx="807721" cy="310897"/>
            <a:chOff x="0" y="0"/>
            <a:chExt cx="807719" cy="310895"/>
          </a:xfrm>
        </p:grpSpPr>
        <p:sp>
          <p:nvSpPr>
            <p:cNvPr id="231" name="모서리가 둥근 직사각형"/>
            <p:cNvSpPr/>
            <p:nvPr/>
          </p:nvSpPr>
          <p:spPr>
            <a:xfrm>
              <a:off x="0" y="0"/>
              <a:ext cx="807720" cy="310896"/>
            </a:xfrm>
            <a:prstGeom prst="roundRect">
              <a:avLst>
                <a:gd name="adj" fmla="val 45000"/>
              </a:avLst>
            </a:prstGeom>
            <a:solidFill>
              <a:srgbClr val="EFF6FF"/>
            </a:solidFill>
            <a:ln w="9525" cap="flat">
              <a:solidFill>
                <a:srgbClr val="DBEAFE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32" name="더블클릭"/>
            <p:cNvSpPr txBox="1"/>
            <p:nvPr/>
          </p:nvSpPr>
          <p:spPr>
            <a:xfrm>
              <a:off x="45738" y="79247"/>
              <a:ext cx="716244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b="1" sz="1000">
                  <a:solidFill>
                    <a:srgbClr val="162556"/>
                  </a:solidFill>
                  <a:latin typeface="맑은 고딕"/>
                  <a:ea typeface="맑은 고딕"/>
                  <a:cs typeface="맑은 고딕"/>
                  <a:sym typeface="맑은 고딕"/>
                </a:defRPr>
              </a:lvl1pPr>
            </a:lstStyle>
            <a:p>
              <a:pPr>
                <a:defRPr>
                  <a:latin typeface="Malgun Gothic"/>
                  <a:ea typeface="Malgun Gothic"/>
                  <a:cs typeface="Malgun Gothic"/>
                  <a:sym typeface="Malgun Gothic"/>
                </a:defRPr>
              </a:pPr>
              <a:r>
                <a:rPr>
                  <a:latin typeface="맑은 고딕"/>
                  <a:ea typeface="맑은 고딕"/>
                  <a:cs typeface="맑은 고딕"/>
                  <a:sym typeface="맑은 고딕"/>
                </a:rPr>
                <a:t>더블클릭</a:t>
              </a:r>
            </a:p>
          </p:txBody>
        </p:sp>
      </p:grpSp>
      <p:grpSp>
        <p:nvGrpSpPr>
          <p:cNvPr id="236" name="Rounded Rectangle 6"/>
          <p:cNvGrpSpPr/>
          <p:nvPr/>
        </p:nvGrpSpPr>
        <p:grpSpPr>
          <a:xfrm>
            <a:off x="9397745" y="804672"/>
            <a:ext cx="641033" cy="310897"/>
            <a:chOff x="0" y="0"/>
            <a:chExt cx="641031" cy="310895"/>
          </a:xfrm>
        </p:grpSpPr>
        <p:sp>
          <p:nvSpPr>
            <p:cNvPr id="234" name="모서리가 둥근 직사각형"/>
            <p:cNvSpPr/>
            <p:nvPr/>
          </p:nvSpPr>
          <p:spPr>
            <a:xfrm>
              <a:off x="0" y="0"/>
              <a:ext cx="641032" cy="310896"/>
            </a:xfrm>
            <a:prstGeom prst="roundRect">
              <a:avLst>
                <a:gd name="adj" fmla="val 45000"/>
              </a:avLst>
            </a:prstGeom>
            <a:solidFill>
              <a:srgbClr val="EFF6FF"/>
            </a:solidFill>
            <a:ln w="9525" cap="flat">
              <a:solidFill>
                <a:srgbClr val="DBEAFE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35" name="60 PX"/>
            <p:cNvSpPr txBox="1"/>
            <p:nvPr/>
          </p:nvSpPr>
          <p:spPr>
            <a:xfrm>
              <a:off x="45738" y="79247"/>
              <a:ext cx="549556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b="1" sz="1000">
                  <a:solidFill>
                    <a:srgbClr val="162556"/>
                  </a:solidFill>
                  <a:latin typeface="Malgun Gothic"/>
                  <a:ea typeface="Malgun Gothic"/>
                  <a:cs typeface="Malgun Gothic"/>
                  <a:sym typeface="Malgun Gothic"/>
                </a:defRPr>
              </a:lvl1pPr>
            </a:lstStyle>
            <a:p>
              <a:pPr/>
              <a:r>
                <a:t>60 PX</a:t>
              </a:r>
            </a:p>
          </p:txBody>
        </p:sp>
      </p:grpSp>
      <p:grpSp>
        <p:nvGrpSpPr>
          <p:cNvPr id="239" name="Rounded Rectangle 7"/>
          <p:cNvGrpSpPr/>
          <p:nvPr/>
        </p:nvGrpSpPr>
        <p:grpSpPr>
          <a:xfrm>
            <a:off x="10121073" y="804672"/>
            <a:ext cx="1427798" cy="310897"/>
            <a:chOff x="0" y="0"/>
            <a:chExt cx="1427796" cy="310895"/>
          </a:xfrm>
        </p:grpSpPr>
        <p:sp>
          <p:nvSpPr>
            <p:cNvPr id="237" name="모서리가 둥근 직사각형"/>
            <p:cNvSpPr/>
            <p:nvPr/>
          </p:nvSpPr>
          <p:spPr>
            <a:xfrm>
              <a:off x="0" y="0"/>
              <a:ext cx="1427797" cy="310896"/>
            </a:xfrm>
            <a:prstGeom prst="roundRect">
              <a:avLst>
                <a:gd name="adj" fmla="val 45000"/>
              </a:avLst>
            </a:prstGeom>
            <a:solidFill>
              <a:srgbClr val="EFF6FF"/>
            </a:solidFill>
            <a:ln w="9525" cap="flat">
              <a:solidFill>
                <a:srgbClr val="DBEAFE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38" name="자동 크기 사용 ✓"/>
            <p:cNvSpPr txBox="1"/>
            <p:nvPr/>
          </p:nvSpPr>
          <p:spPr>
            <a:xfrm>
              <a:off x="45738" y="73592"/>
              <a:ext cx="1336321" cy="16371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b="1" sz="1000">
                  <a:solidFill>
                    <a:srgbClr val="162556"/>
                  </a:solidFill>
                  <a:latin typeface="맑은 고딕"/>
                  <a:ea typeface="맑은 고딕"/>
                  <a:cs typeface="맑은 고딕"/>
                  <a:sym typeface="맑은 고딕"/>
                </a:defRPr>
              </a:lvl1pPr>
            </a:lstStyle>
            <a:p>
              <a:pPr>
                <a:defRPr>
                  <a:latin typeface="Malgun Gothic"/>
                  <a:ea typeface="Malgun Gothic"/>
                  <a:cs typeface="Malgun Gothic"/>
                  <a:sym typeface="Malgun Gothic"/>
                </a:defRPr>
              </a:pPr>
              <a:r>
                <a:rPr>
                  <a:latin typeface="맑은 고딕"/>
                  <a:ea typeface="맑은 고딕"/>
                  <a:cs typeface="맑은 고딕"/>
                  <a:sym typeface="맑은 고딕"/>
                </a:rPr>
                <a:t>자동 크기 사용 ✓</a:t>
              </a:r>
            </a:p>
          </p:txBody>
        </p:sp>
      </p:grpSp>
      <p:sp>
        <p:nvSpPr>
          <p:cNvPr id="240" name="TextBox 8"/>
          <p:cNvSpPr txBox="1"/>
          <p:nvPr/>
        </p:nvSpPr>
        <p:spPr>
          <a:xfrm>
            <a:off x="566928" y="1673351"/>
            <a:ext cx="10881360" cy="1748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40000"/>
              </a:lnSpc>
              <a:defRPr sz="1100">
                <a:solidFill>
                  <a:srgbClr val="71717A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t>·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크기 </a:t>
            </a:r>
            <a:r>
              <a:t>60 ·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단위 </a:t>
            </a:r>
            <a:r>
              <a:t>PX    ·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자동 크기 사용 을 체크합니다 </a:t>
            </a:r>
            <a:r>
              <a:t>—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앱헤더가 없는 화면에서 높이가 남지 않습니다</a:t>
            </a:r>
            <a:r>
              <a:t>.    · 1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행은 앱헤더</a:t>
            </a:r>
            <a:r>
              <a:t>(grpAppHeader)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영역입니다</a:t>
            </a:r>
            <a:r>
              <a:t>.</a:t>
            </a:r>
          </a:p>
        </p:txBody>
      </p:sp>
      <p:pic>
        <p:nvPicPr>
          <p:cNvPr id="241" name="Picture 9" descr="Picture 9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798449" y="2368295"/>
            <a:ext cx="6601195" cy="2990089"/>
          </a:xfrm>
          <a:prstGeom prst="rect">
            <a:avLst/>
          </a:prstGeom>
          <a:ln>
            <a:solidFill>
              <a:srgbClr val="E4E4E7"/>
            </a:solidFill>
          </a:ln>
        </p:spPr>
      </p:pic>
      <p:sp>
        <p:nvSpPr>
          <p:cNvPr id="242" name="Rounded Rectangle 10"/>
          <p:cNvSpPr/>
          <p:nvPr/>
        </p:nvSpPr>
        <p:spPr>
          <a:xfrm>
            <a:off x="5310399" y="3488633"/>
            <a:ext cx="1140296" cy="312562"/>
          </a:xfrm>
          <a:prstGeom prst="roundRect">
            <a:avLst>
              <a:gd name="adj" fmla="val 20000"/>
            </a:avLst>
          </a:prstGeom>
          <a:ln w="28575">
            <a:solidFill>
              <a:srgbClr val="FE9A00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43" name="Rectangle 11"/>
          <p:cNvSpPr/>
          <p:nvPr/>
        </p:nvSpPr>
        <p:spPr>
          <a:xfrm>
            <a:off x="566927" y="5449823"/>
            <a:ext cx="11064242" cy="658369"/>
          </a:xfrm>
          <a:prstGeom prst="rect">
            <a:avLst/>
          </a:prstGeom>
          <a:solidFill>
            <a:srgbClr val="FEFAEB"/>
          </a:solidFill>
          <a:ln w="12700">
            <a:solidFill>
              <a:srgbClr val="FE9A00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44" name="Rectangle 12"/>
          <p:cNvSpPr/>
          <p:nvPr/>
        </p:nvSpPr>
        <p:spPr>
          <a:xfrm>
            <a:off x="566927" y="5449823"/>
            <a:ext cx="64009" cy="658369"/>
          </a:xfrm>
          <a:prstGeom prst="rect">
            <a:avLst/>
          </a:prstGeom>
          <a:solidFill>
            <a:srgbClr val="FE9A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45" name="TextBox 13"/>
          <p:cNvSpPr txBox="1"/>
          <p:nvPr/>
        </p:nvSpPr>
        <p:spPr>
          <a:xfrm>
            <a:off x="877824" y="5692902"/>
            <a:ext cx="10515601" cy="190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5000"/>
              </a:lnSpc>
              <a:defRPr b="1" sz="1200">
                <a:solidFill>
                  <a:srgbClr val="8E6A00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자동 크기 사용  </a:t>
            </a:r>
            <a:r>
              <a:rPr b="0">
                <a:solidFill>
                  <a:srgbClr val="3F3F46"/>
                </a:solidFill>
                <a:latin typeface="맑은 고딕"/>
                <a:ea typeface="맑은 고딕"/>
                <a:cs typeface="맑은 고딕"/>
                <a:sym typeface="맑은 고딕"/>
              </a:rPr>
              <a:t>반드시 체크합니다</a:t>
            </a:r>
            <a:r>
              <a:rPr b="0">
                <a:solidFill>
                  <a:srgbClr val="3F3F46"/>
                </a:solidFill>
              </a:rPr>
              <a:t>. 60px </a:t>
            </a:r>
            <a:r>
              <a:rPr b="0">
                <a:solidFill>
                  <a:srgbClr val="3F3F46"/>
                </a:solidFill>
                <a:latin typeface="맑은 고딕"/>
                <a:ea typeface="맑은 고딕"/>
                <a:cs typeface="맑은 고딕"/>
                <a:sym typeface="맑은 고딕"/>
              </a:rPr>
              <a:t>는 편집기에서 보이는 높이이고</a:t>
            </a:r>
            <a:r>
              <a:rPr b="0">
                <a:solidFill>
                  <a:srgbClr val="3F3F46"/>
                </a:solidFill>
              </a:rPr>
              <a:t>, </a:t>
            </a:r>
            <a:r>
              <a:rPr b="0">
                <a:solidFill>
                  <a:srgbClr val="3F3F46"/>
                </a:solidFill>
                <a:latin typeface="맑은 고딕"/>
                <a:ea typeface="맑은 고딕"/>
                <a:cs typeface="맑은 고딕"/>
                <a:sym typeface="맑은 고딕"/>
              </a:rPr>
              <a:t>실제 렌더링 높이는 내용에 맞춰 자동 계산됩니다</a:t>
            </a:r>
            <a:r>
              <a:rPr b="0">
                <a:solidFill>
                  <a:srgbClr val="3F3F46"/>
                </a:solidFill>
              </a:rPr>
              <a:t>.</a:t>
            </a:r>
          </a:p>
        </p:txBody>
      </p:sp>
      <p:sp>
        <p:nvSpPr>
          <p:cNvPr id="246" name="TextBox 14"/>
          <p:cNvSpPr txBox="1"/>
          <p:nvPr/>
        </p:nvSpPr>
        <p:spPr>
          <a:xfrm>
            <a:off x="566927" y="6327647"/>
            <a:ext cx="5486401" cy="1477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900">
                <a:solidFill>
                  <a:srgbClr val="71717A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t>①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루트 컨테이너</a:t>
            </a:r>
          </a:p>
        </p:txBody>
      </p:sp>
      <p:sp>
        <p:nvSpPr>
          <p:cNvPr id="247" name="TextBox 15"/>
          <p:cNvSpPr txBox="1"/>
          <p:nvPr/>
        </p:nvSpPr>
        <p:spPr>
          <a:xfrm>
            <a:off x="10058400" y="6327647"/>
            <a:ext cx="1572769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b="1" sz="900">
                <a:solidFill>
                  <a:srgbClr val="71717A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</a:lstStyle>
          <a:p>
            <a:pPr/>
            <a:r>
              <a:t>08 / 22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Rectangle 1"/>
          <p:cNvSpPr/>
          <p:nvPr/>
        </p:nvSpPr>
        <p:spPr>
          <a:xfrm>
            <a:off x="-1" y="-1"/>
            <a:ext cx="12191697" cy="91442"/>
          </a:xfrm>
          <a:prstGeom prst="rect">
            <a:avLst/>
          </a:prstGeom>
          <a:solidFill>
            <a:srgbClr val="155DF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50" name="TextBox 2"/>
          <p:cNvSpPr txBox="1"/>
          <p:nvPr/>
        </p:nvSpPr>
        <p:spPr>
          <a:xfrm>
            <a:off x="566927" y="457200"/>
            <a:ext cx="7315201" cy="1612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1000">
                <a:solidFill>
                  <a:srgbClr val="155DFC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STEP 06</a:t>
            </a:r>
            <a:r>
              <a:rPr b="0">
                <a:solidFill>
                  <a:srgbClr val="71717A"/>
                </a:solidFill>
                <a:latin typeface="Malgun Gothic"/>
                <a:ea typeface="Malgun Gothic"/>
                <a:cs typeface="Malgun Gothic"/>
                <a:sym typeface="Malgun Gothic"/>
              </a:rPr>
              <a:t>   ① </a:t>
            </a:r>
            <a:r>
              <a:rPr b="0">
                <a:solidFill>
                  <a:srgbClr val="71717A"/>
                </a:solidFill>
                <a:latin typeface="맑은 고딕"/>
                <a:ea typeface="맑은 고딕"/>
                <a:cs typeface="맑은 고딕"/>
                <a:sym typeface="맑은 고딕"/>
              </a:rPr>
              <a:t>루트 컨테이너</a:t>
            </a:r>
          </a:p>
        </p:txBody>
      </p:sp>
      <p:sp>
        <p:nvSpPr>
          <p:cNvPr id="251" name="TextBox 3"/>
          <p:cNvSpPr txBox="1"/>
          <p:nvPr/>
        </p:nvSpPr>
        <p:spPr>
          <a:xfrm>
            <a:off x="566928" y="786383"/>
            <a:ext cx="9904857" cy="3896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2400">
                <a:solidFill>
                  <a:srgbClr val="162556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t>2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행을 선택한다</a:t>
            </a:r>
          </a:p>
        </p:txBody>
      </p:sp>
      <p:sp>
        <p:nvSpPr>
          <p:cNvPr id="252" name="TextBox 4"/>
          <p:cNvSpPr txBox="1"/>
          <p:nvPr/>
        </p:nvSpPr>
        <p:spPr>
          <a:xfrm>
            <a:off x="566927" y="1316736"/>
            <a:ext cx="10058401" cy="2147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40000"/>
              </a:lnSpc>
              <a:defRPr sz="1300">
                <a:solidFill>
                  <a:srgbClr val="3F3F46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조회 영역</a:t>
            </a:r>
            <a:r>
              <a:t>(grpHeader)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이 들어가는 행입니다</a:t>
            </a:r>
            <a:r>
              <a:t>.</a:t>
            </a:r>
          </a:p>
        </p:txBody>
      </p:sp>
      <p:grpSp>
        <p:nvGrpSpPr>
          <p:cNvPr id="255" name="Rounded Rectangle 5"/>
          <p:cNvGrpSpPr/>
          <p:nvPr/>
        </p:nvGrpSpPr>
        <p:grpSpPr>
          <a:xfrm>
            <a:off x="10727817" y="804672"/>
            <a:ext cx="821056" cy="310897"/>
            <a:chOff x="0" y="0"/>
            <a:chExt cx="821055" cy="310895"/>
          </a:xfrm>
        </p:grpSpPr>
        <p:sp>
          <p:nvSpPr>
            <p:cNvPr id="253" name="모서리가 둥근 직사각형"/>
            <p:cNvSpPr/>
            <p:nvPr/>
          </p:nvSpPr>
          <p:spPr>
            <a:xfrm>
              <a:off x="0" y="0"/>
              <a:ext cx="821056" cy="310896"/>
            </a:xfrm>
            <a:prstGeom prst="roundRect">
              <a:avLst>
                <a:gd name="adj" fmla="val 45000"/>
              </a:avLst>
            </a:prstGeom>
            <a:solidFill>
              <a:srgbClr val="EFF6FF"/>
            </a:solidFill>
            <a:ln w="9525" cap="flat">
              <a:solidFill>
                <a:srgbClr val="DBEAFE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54" name="2행 선택"/>
            <p:cNvSpPr txBox="1"/>
            <p:nvPr/>
          </p:nvSpPr>
          <p:spPr>
            <a:xfrm>
              <a:off x="45738" y="74801"/>
              <a:ext cx="729579" cy="16129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b="1" sz="1000">
                  <a:solidFill>
                    <a:srgbClr val="162556"/>
                  </a:solidFill>
                  <a:latin typeface="Malgun Gothic"/>
                  <a:ea typeface="Malgun Gothic"/>
                  <a:cs typeface="Malgun Gothic"/>
                  <a:sym typeface="Malgun Gothic"/>
                </a:defRPr>
              </a:pPr>
              <a:r>
                <a:t>2</a:t>
              </a:r>
              <a:r>
                <a:rPr>
                  <a:latin typeface="맑은 고딕"/>
                  <a:ea typeface="맑은 고딕"/>
                  <a:cs typeface="맑은 고딕"/>
                  <a:sym typeface="맑은 고딕"/>
                </a:rPr>
                <a:t>행 선택</a:t>
              </a:r>
            </a:p>
          </p:txBody>
        </p:sp>
      </p:grpSp>
      <p:pic>
        <p:nvPicPr>
          <p:cNvPr id="256" name="Picture 6" descr="Picture 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772079" y="1874518"/>
            <a:ext cx="8653937" cy="4270249"/>
          </a:xfrm>
          <a:prstGeom prst="rect">
            <a:avLst/>
          </a:prstGeom>
          <a:ln>
            <a:solidFill>
              <a:srgbClr val="E4E4E7"/>
            </a:solidFill>
          </a:ln>
        </p:spPr>
      </p:pic>
      <p:sp>
        <p:nvSpPr>
          <p:cNvPr id="257" name="TextBox 7"/>
          <p:cNvSpPr txBox="1"/>
          <p:nvPr/>
        </p:nvSpPr>
        <p:spPr>
          <a:xfrm>
            <a:off x="566927" y="6327647"/>
            <a:ext cx="5486401" cy="1477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900">
                <a:solidFill>
                  <a:srgbClr val="71717A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t>①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루트 컨테이너</a:t>
            </a:r>
          </a:p>
        </p:txBody>
      </p:sp>
      <p:sp>
        <p:nvSpPr>
          <p:cNvPr id="258" name="TextBox 8"/>
          <p:cNvSpPr txBox="1"/>
          <p:nvPr/>
        </p:nvSpPr>
        <p:spPr>
          <a:xfrm>
            <a:off x="10058400" y="6327647"/>
            <a:ext cx="1572769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b="1" sz="900">
                <a:solidFill>
                  <a:srgbClr val="71717A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</a:lstStyle>
          <a:p>
            <a:pPr/>
            <a:r>
              <a:t>09 / 22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Rectangle 1"/>
          <p:cNvSpPr/>
          <p:nvPr/>
        </p:nvSpPr>
        <p:spPr>
          <a:xfrm>
            <a:off x="-1" y="-1"/>
            <a:ext cx="12191697" cy="91442"/>
          </a:xfrm>
          <a:prstGeom prst="rect">
            <a:avLst/>
          </a:prstGeom>
          <a:solidFill>
            <a:srgbClr val="155DF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61" name="TextBox 2"/>
          <p:cNvSpPr txBox="1"/>
          <p:nvPr/>
        </p:nvSpPr>
        <p:spPr>
          <a:xfrm>
            <a:off x="566927" y="457200"/>
            <a:ext cx="7315201" cy="1612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1000">
                <a:solidFill>
                  <a:srgbClr val="155DFC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STEP 07</a:t>
            </a:r>
            <a:r>
              <a:rPr b="0">
                <a:solidFill>
                  <a:srgbClr val="71717A"/>
                </a:solidFill>
                <a:latin typeface="Malgun Gothic"/>
                <a:ea typeface="Malgun Gothic"/>
                <a:cs typeface="Malgun Gothic"/>
                <a:sym typeface="Malgun Gothic"/>
              </a:rPr>
              <a:t>   ① </a:t>
            </a:r>
            <a:r>
              <a:rPr b="0">
                <a:solidFill>
                  <a:srgbClr val="71717A"/>
                </a:solidFill>
                <a:latin typeface="맑은 고딕"/>
                <a:ea typeface="맑은 고딕"/>
                <a:cs typeface="맑은 고딕"/>
                <a:sym typeface="맑은 고딕"/>
              </a:rPr>
              <a:t>루트 컨테이너</a:t>
            </a:r>
          </a:p>
        </p:txBody>
      </p:sp>
      <p:sp>
        <p:nvSpPr>
          <p:cNvPr id="262" name="TextBox 3"/>
          <p:cNvSpPr txBox="1"/>
          <p:nvPr/>
        </p:nvSpPr>
        <p:spPr>
          <a:xfrm>
            <a:off x="566927" y="786383"/>
            <a:ext cx="8501445" cy="3896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2400">
                <a:solidFill>
                  <a:srgbClr val="162556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t>2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행 높이를 </a:t>
            </a:r>
            <a:r>
              <a:t>132px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로 지정한다</a:t>
            </a:r>
          </a:p>
        </p:txBody>
      </p:sp>
      <p:sp>
        <p:nvSpPr>
          <p:cNvPr id="263" name="TextBox 4"/>
          <p:cNvSpPr txBox="1"/>
          <p:nvPr/>
        </p:nvSpPr>
        <p:spPr>
          <a:xfrm>
            <a:off x="566927" y="1316736"/>
            <a:ext cx="10058401" cy="2147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40000"/>
              </a:lnSpc>
              <a:defRPr sz="1300">
                <a:solidFill>
                  <a:srgbClr val="3F3F46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조회조건 </a:t>
            </a:r>
            <a:r>
              <a:t>2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줄 기준 높이입니다</a:t>
            </a:r>
            <a:r>
              <a:t>.</a:t>
            </a:r>
          </a:p>
        </p:txBody>
      </p:sp>
      <p:grpSp>
        <p:nvGrpSpPr>
          <p:cNvPr id="266" name="Rounded Rectangle 5"/>
          <p:cNvGrpSpPr/>
          <p:nvPr/>
        </p:nvGrpSpPr>
        <p:grpSpPr>
          <a:xfrm>
            <a:off x="9324402" y="804672"/>
            <a:ext cx="714376" cy="310897"/>
            <a:chOff x="0" y="0"/>
            <a:chExt cx="714375" cy="310895"/>
          </a:xfrm>
        </p:grpSpPr>
        <p:sp>
          <p:nvSpPr>
            <p:cNvPr id="264" name="모서리가 둥근 직사각형"/>
            <p:cNvSpPr/>
            <p:nvPr/>
          </p:nvSpPr>
          <p:spPr>
            <a:xfrm>
              <a:off x="0" y="0"/>
              <a:ext cx="714375" cy="310896"/>
            </a:xfrm>
            <a:prstGeom prst="roundRect">
              <a:avLst>
                <a:gd name="adj" fmla="val 45000"/>
              </a:avLst>
            </a:prstGeom>
            <a:solidFill>
              <a:srgbClr val="EFF6FF"/>
            </a:solidFill>
            <a:ln w="9525" cap="flat">
              <a:solidFill>
                <a:srgbClr val="DBEAFE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65" name="132 PX"/>
            <p:cNvSpPr txBox="1"/>
            <p:nvPr/>
          </p:nvSpPr>
          <p:spPr>
            <a:xfrm>
              <a:off x="45738" y="79247"/>
              <a:ext cx="622899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b="1" sz="1000">
                  <a:solidFill>
                    <a:srgbClr val="162556"/>
                  </a:solidFill>
                  <a:latin typeface="Malgun Gothic"/>
                  <a:ea typeface="Malgun Gothic"/>
                  <a:cs typeface="Malgun Gothic"/>
                  <a:sym typeface="Malgun Gothic"/>
                </a:defRPr>
              </a:lvl1pPr>
            </a:lstStyle>
            <a:p>
              <a:pPr/>
              <a:r>
                <a:t>132 PX</a:t>
              </a:r>
            </a:p>
          </p:txBody>
        </p:sp>
      </p:grpSp>
      <p:grpSp>
        <p:nvGrpSpPr>
          <p:cNvPr id="269" name="Rounded Rectangle 6"/>
          <p:cNvGrpSpPr/>
          <p:nvPr/>
        </p:nvGrpSpPr>
        <p:grpSpPr>
          <a:xfrm>
            <a:off x="10121073" y="804672"/>
            <a:ext cx="1427798" cy="310897"/>
            <a:chOff x="0" y="0"/>
            <a:chExt cx="1427796" cy="310895"/>
          </a:xfrm>
        </p:grpSpPr>
        <p:sp>
          <p:nvSpPr>
            <p:cNvPr id="267" name="모서리가 둥근 직사각형"/>
            <p:cNvSpPr/>
            <p:nvPr/>
          </p:nvSpPr>
          <p:spPr>
            <a:xfrm>
              <a:off x="0" y="0"/>
              <a:ext cx="1427797" cy="310896"/>
            </a:xfrm>
            <a:prstGeom prst="roundRect">
              <a:avLst>
                <a:gd name="adj" fmla="val 45000"/>
              </a:avLst>
            </a:prstGeom>
            <a:solidFill>
              <a:srgbClr val="EFF6FF"/>
            </a:solidFill>
            <a:ln w="9525" cap="flat">
              <a:solidFill>
                <a:srgbClr val="DBEAFE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68" name="자동 크기 사용 ✓"/>
            <p:cNvSpPr txBox="1"/>
            <p:nvPr/>
          </p:nvSpPr>
          <p:spPr>
            <a:xfrm>
              <a:off x="45738" y="73592"/>
              <a:ext cx="1336321" cy="16371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b="1" sz="1000">
                  <a:solidFill>
                    <a:srgbClr val="162556"/>
                  </a:solidFill>
                  <a:latin typeface="맑은 고딕"/>
                  <a:ea typeface="맑은 고딕"/>
                  <a:cs typeface="맑은 고딕"/>
                  <a:sym typeface="맑은 고딕"/>
                </a:defRPr>
              </a:lvl1pPr>
            </a:lstStyle>
            <a:p>
              <a:pPr>
                <a:defRPr>
                  <a:latin typeface="Malgun Gothic"/>
                  <a:ea typeface="Malgun Gothic"/>
                  <a:cs typeface="Malgun Gothic"/>
                  <a:sym typeface="Malgun Gothic"/>
                </a:defRPr>
              </a:pPr>
              <a:r>
                <a:rPr>
                  <a:latin typeface="맑은 고딕"/>
                  <a:ea typeface="맑은 고딕"/>
                  <a:cs typeface="맑은 고딕"/>
                  <a:sym typeface="맑은 고딕"/>
                </a:rPr>
                <a:t>자동 크기 사용 ✓</a:t>
              </a:r>
            </a:p>
          </p:txBody>
        </p:sp>
      </p:grpSp>
      <p:sp>
        <p:nvSpPr>
          <p:cNvPr id="270" name="TextBox 7"/>
          <p:cNvSpPr txBox="1"/>
          <p:nvPr/>
        </p:nvSpPr>
        <p:spPr>
          <a:xfrm>
            <a:off x="566928" y="1673351"/>
            <a:ext cx="10881360" cy="1748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40000"/>
              </a:lnSpc>
              <a:defRPr sz="1100">
                <a:solidFill>
                  <a:srgbClr val="71717A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t>·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크기 </a:t>
            </a:r>
            <a:r>
              <a:t>132 ·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단위 </a:t>
            </a:r>
            <a:r>
              <a:t>PX ·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자동 크기 사용 체크    </a:t>
            </a:r>
            <a:r>
              <a:t>· 3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행은 </a:t>
            </a:r>
            <a:r>
              <a:t>1 fr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그대로 둡니다 </a:t>
            </a:r>
            <a:r>
              <a:t>—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바디가 남은 높이를 모두 차지합니다</a:t>
            </a:r>
            <a:r>
              <a:t>.    ·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조회영역에 페이징이 함께 들어가는 화면은 </a:t>
            </a:r>
            <a:r>
              <a:t>132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보다 커질 수 있습니다</a:t>
            </a:r>
            <a:r>
              <a:t>.</a:t>
            </a:r>
          </a:p>
        </p:txBody>
      </p:sp>
      <p:pic>
        <p:nvPicPr>
          <p:cNvPr id="271" name="Picture 8" descr="Picture 8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698555" y="2368295"/>
            <a:ext cx="6800985" cy="2990089"/>
          </a:xfrm>
          <a:prstGeom prst="rect">
            <a:avLst/>
          </a:prstGeom>
          <a:ln>
            <a:solidFill>
              <a:srgbClr val="E4E4E7"/>
            </a:solidFill>
          </a:ln>
        </p:spPr>
      </p:pic>
      <p:sp>
        <p:nvSpPr>
          <p:cNvPr id="272" name="Rounded Rectangle 9"/>
          <p:cNvSpPr/>
          <p:nvPr/>
        </p:nvSpPr>
        <p:spPr>
          <a:xfrm>
            <a:off x="5259880" y="3522719"/>
            <a:ext cx="1162139" cy="317944"/>
          </a:xfrm>
          <a:prstGeom prst="roundRect">
            <a:avLst>
              <a:gd name="adj" fmla="val 20000"/>
            </a:avLst>
          </a:prstGeom>
          <a:ln w="28575">
            <a:solidFill>
              <a:srgbClr val="FE9A00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73" name="Rectangle 10"/>
          <p:cNvSpPr/>
          <p:nvPr/>
        </p:nvSpPr>
        <p:spPr>
          <a:xfrm>
            <a:off x="566927" y="5449823"/>
            <a:ext cx="11064242" cy="658369"/>
          </a:xfrm>
          <a:prstGeom prst="rect">
            <a:avLst/>
          </a:prstGeom>
          <a:solidFill>
            <a:srgbClr val="FEFAEB"/>
          </a:solidFill>
          <a:ln w="12700">
            <a:solidFill>
              <a:srgbClr val="FE9A00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74" name="Rectangle 11"/>
          <p:cNvSpPr/>
          <p:nvPr/>
        </p:nvSpPr>
        <p:spPr>
          <a:xfrm>
            <a:off x="566927" y="5449823"/>
            <a:ext cx="64009" cy="658369"/>
          </a:xfrm>
          <a:prstGeom prst="rect">
            <a:avLst/>
          </a:prstGeom>
          <a:solidFill>
            <a:srgbClr val="FE9A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75" name="TextBox 12"/>
          <p:cNvSpPr txBox="1"/>
          <p:nvPr/>
        </p:nvSpPr>
        <p:spPr>
          <a:xfrm>
            <a:off x="877824" y="5692902"/>
            <a:ext cx="10515601" cy="190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5000"/>
              </a:lnSpc>
              <a:defRPr b="1" sz="1200">
                <a:solidFill>
                  <a:srgbClr val="8E6A00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자동 크기 사용  </a:t>
            </a:r>
            <a:r>
              <a:rPr b="0">
                <a:solidFill>
                  <a:srgbClr val="3F3F46"/>
                </a:solidFill>
                <a:latin typeface="맑은 고딕"/>
                <a:ea typeface="맑은 고딕"/>
                <a:cs typeface="맑은 고딕"/>
                <a:sym typeface="맑은 고딕"/>
              </a:rPr>
              <a:t>여기서도 체크합니다</a:t>
            </a:r>
            <a:r>
              <a:rPr b="0">
                <a:solidFill>
                  <a:srgbClr val="3F3F46"/>
                </a:solidFill>
              </a:rPr>
              <a:t>. </a:t>
            </a:r>
            <a:r>
              <a:rPr b="0">
                <a:solidFill>
                  <a:srgbClr val="3F3F46"/>
                </a:solidFill>
                <a:latin typeface="맑은 고딕"/>
                <a:ea typeface="맑은 고딕"/>
                <a:cs typeface="맑은 고딕"/>
                <a:sym typeface="맑은 고딕"/>
              </a:rPr>
              <a:t>조회조건 줄 수가 달라져도 렌더링 시 높이가 자동으로 맞춰집니다</a:t>
            </a:r>
            <a:r>
              <a:rPr b="0">
                <a:solidFill>
                  <a:srgbClr val="3F3F46"/>
                </a:solidFill>
              </a:rPr>
              <a:t>.</a:t>
            </a:r>
          </a:p>
        </p:txBody>
      </p:sp>
      <p:sp>
        <p:nvSpPr>
          <p:cNvPr id="276" name="TextBox 13"/>
          <p:cNvSpPr txBox="1"/>
          <p:nvPr/>
        </p:nvSpPr>
        <p:spPr>
          <a:xfrm>
            <a:off x="566927" y="6327647"/>
            <a:ext cx="5486401" cy="1477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900">
                <a:solidFill>
                  <a:srgbClr val="71717A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t>①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루트 컨테이너</a:t>
            </a:r>
          </a:p>
        </p:txBody>
      </p:sp>
      <p:sp>
        <p:nvSpPr>
          <p:cNvPr id="277" name="TextBox 14"/>
          <p:cNvSpPr txBox="1"/>
          <p:nvPr/>
        </p:nvSpPr>
        <p:spPr>
          <a:xfrm>
            <a:off x="10058400" y="6327647"/>
            <a:ext cx="1572769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b="1" sz="900">
                <a:solidFill>
                  <a:srgbClr val="71717A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</a:lstStyle>
          <a:p>
            <a:pPr/>
            <a:r>
              <a:t>10 / 22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Rectangle 1"/>
          <p:cNvSpPr/>
          <p:nvPr/>
        </p:nvSpPr>
        <p:spPr>
          <a:xfrm>
            <a:off x="-1" y="-1"/>
            <a:ext cx="12191697" cy="91442"/>
          </a:xfrm>
          <a:prstGeom prst="rect">
            <a:avLst/>
          </a:prstGeom>
          <a:solidFill>
            <a:srgbClr val="155DF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80" name="TextBox 2"/>
          <p:cNvSpPr txBox="1"/>
          <p:nvPr/>
        </p:nvSpPr>
        <p:spPr>
          <a:xfrm>
            <a:off x="566927" y="457200"/>
            <a:ext cx="5486401" cy="1612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1000">
                <a:solidFill>
                  <a:srgbClr val="155DFC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STEP 08</a:t>
            </a:r>
            <a:r>
              <a:rPr b="0">
                <a:solidFill>
                  <a:srgbClr val="71717A"/>
                </a:solidFill>
                <a:latin typeface="Malgun Gothic"/>
                <a:ea typeface="Malgun Gothic"/>
                <a:cs typeface="Malgun Gothic"/>
                <a:sym typeface="Malgun Gothic"/>
              </a:rPr>
              <a:t>   ① </a:t>
            </a:r>
            <a:r>
              <a:rPr b="0">
                <a:solidFill>
                  <a:srgbClr val="71717A"/>
                </a:solidFill>
                <a:latin typeface="맑은 고딕"/>
                <a:ea typeface="맑은 고딕"/>
                <a:cs typeface="맑은 고딕"/>
                <a:sym typeface="맑은 고딕"/>
              </a:rPr>
              <a:t>루트 컨테이너</a:t>
            </a:r>
          </a:p>
        </p:txBody>
      </p:sp>
      <p:sp>
        <p:nvSpPr>
          <p:cNvPr id="281" name="TextBox 3"/>
          <p:cNvSpPr txBox="1"/>
          <p:nvPr/>
        </p:nvSpPr>
        <p:spPr>
          <a:xfrm>
            <a:off x="566927" y="758951"/>
            <a:ext cx="4663442" cy="8790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7999"/>
              </a:lnSpc>
              <a:defRPr b="1" sz="2500">
                <a:solidFill>
                  <a:srgbClr val="162556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루트 여백을</a:t>
            </a:r>
            <a:endParaRPr>
              <a:latin typeface="맑은 고딕"/>
              <a:ea typeface="맑은 고딕"/>
              <a:cs typeface="맑은 고딕"/>
              <a:sym typeface="맑은 고딕"/>
            </a:endParaRPr>
          </a:p>
          <a:p>
            <a:pPr>
              <a:lnSpc>
                <a:spcPct val="117999"/>
              </a:lnSpc>
              <a:defRPr b="1" sz="2500">
                <a:solidFill>
                  <a:srgbClr val="162556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t>20px 34px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로 지정한다</a:t>
            </a:r>
          </a:p>
        </p:txBody>
      </p:sp>
      <p:sp>
        <p:nvSpPr>
          <p:cNvPr id="282" name="TextBox 4"/>
          <p:cNvSpPr txBox="1"/>
          <p:nvPr/>
        </p:nvSpPr>
        <p:spPr>
          <a:xfrm>
            <a:off x="566928" y="1810511"/>
            <a:ext cx="4526280" cy="2147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50000"/>
              </a:lnSpc>
              <a:defRPr sz="1300">
                <a:solidFill>
                  <a:srgbClr val="3F3F46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t>Properties ›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레이아웃 </a:t>
            </a:r>
            <a:r>
              <a:t>› margins.</a:t>
            </a:r>
          </a:p>
        </p:txBody>
      </p:sp>
      <p:grpSp>
        <p:nvGrpSpPr>
          <p:cNvPr id="285" name="Rounded Rectangle 5"/>
          <p:cNvGrpSpPr/>
          <p:nvPr/>
        </p:nvGrpSpPr>
        <p:grpSpPr>
          <a:xfrm>
            <a:off x="566927" y="2350007"/>
            <a:ext cx="1521144" cy="310897"/>
            <a:chOff x="0" y="0"/>
            <a:chExt cx="1521142" cy="310895"/>
          </a:xfrm>
        </p:grpSpPr>
        <p:sp>
          <p:nvSpPr>
            <p:cNvPr id="283" name="모서리가 둥근 직사각형"/>
            <p:cNvSpPr/>
            <p:nvPr/>
          </p:nvSpPr>
          <p:spPr>
            <a:xfrm>
              <a:off x="0" y="0"/>
              <a:ext cx="1521143" cy="310896"/>
            </a:xfrm>
            <a:prstGeom prst="roundRect">
              <a:avLst>
                <a:gd name="adj" fmla="val 45000"/>
              </a:avLst>
            </a:prstGeom>
            <a:solidFill>
              <a:srgbClr val="EFF6FF"/>
            </a:solidFill>
            <a:ln w="9525" cap="flat">
              <a:solidFill>
                <a:srgbClr val="DBEAFE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84" name="margins 20px 34px"/>
            <p:cNvSpPr txBox="1"/>
            <p:nvPr/>
          </p:nvSpPr>
          <p:spPr>
            <a:xfrm>
              <a:off x="45738" y="79247"/>
              <a:ext cx="1429666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b="1" sz="1000">
                  <a:solidFill>
                    <a:srgbClr val="162556"/>
                  </a:solidFill>
                  <a:latin typeface="Malgun Gothic"/>
                  <a:ea typeface="Malgun Gothic"/>
                  <a:cs typeface="Malgun Gothic"/>
                  <a:sym typeface="Malgun Gothic"/>
                </a:defRPr>
              </a:lvl1pPr>
            </a:lstStyle>
            <a:p>
              <a:pPr/>
              <a:r>
                <a:t>margins 20px 34px</a:t>
              </a:r>
            </a:p>
          </p:txBody>
        </p:sp>
      </p:grpSp>
      <p:sp>
        <p:nvSpPr>
          <p:cNvPr id="286" name="Oval 6"/>
          <p:cNvSpPr/>
          <p:nvPr/>
        </p:nvSpPr>
        <p:spPr>
          <a:xfrm>
            <a:off x="603504" y="3058667"/>
            <a:ext cx="77725" cy="77725"/>
          </a:xfrm>
          <a:prstGeom prst="ellipse">
            <a:avLst/>
          </a:prstGeom>
          <a:solidFill>
            <a:srgbClr val="155DF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87" name="TextBox 7"/>
          <p:cNvSpPr txBox="1"/>
          <p:nvPr/>
        </p:nvSpPr>
        <p:spPr>
          <a:xfrm>
            <a:off x="841248" y="2953511"/>
            <a:ext cx="4251960" cy="190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45000"/>
              </a:lnSpc>
              <a:defRPr sz="1200">
                <a:solidFill>
                  <a:srgbClr val="3F3F46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상하 </a:t>
            </a:r>
            <a:r>
              <a:rPr b="1">
                <a:solidFill>
                  <a:srgbClr val="162556"/>
                </a:solidFill>
                <a:latin typeface="Consolas"/>
                <a:ea typeface="Consolas"/>
                <a:cs typeface="Consolas"/>
                <a:sym typeface="Consolas"/>
              </a:rPr>
              <a:t>20px</a:t>
            </a:r>
            <a:r>
              <a:t> ·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좌우 </a:t>
            </a:r>
            <a:r>
              <a:rPr b="1">
                <a:solidFill>
                  <a:srgbClr val="162556"/>
                </a:solidFill>
                <a:latin typeface="Consolas"/>
                <a:ea typeface="Consolas"/>
                <a:cs typeface="Consolas"/>
                <a:sym typeface="Consolas"/>
              </a:rPr>
              <a:t>34px</a:t>
            </a:r>
          </a:p>
        </p:txBody>
      </p:sp>
      <p:sp>
        <p:nvSpPr>
          <p:cNvPr id="288" name="Oval 8"/>
          <p:cNvSpPr/>
          <p:nvPr/>
        </p:nvSpPr>
        <p:spPr>
          <a:xfrm>
            <a:off x="603504" y="3451859"/>
            <a:ext cx="77725" cy="77725"/>
          </a:xfrm>
          <a:prstGeom prst="ellipse">
            <a:avLst/>
          </a:prstGeom>
          <a:solidFill>
            <a:srgbClr val="155DF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89" name="TextBox 9"/>
          <p:cNvSpPr txBox="1"/>
          <p:nvPr/>
        </p:nvSpPr>
        <p:spPr>
          <a:xfrm>
            <a:off x="841248" y="3346703"/>
            <a:ext cx="4251960" cy="190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45000"/>
              </a:lnSpc>
              <a:defRPr sz="1200">
                <a:solidFill>
                  <a:srgbClr val="3F3F46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간격</a:t>
            </a:r>
            <a:r>
              <a:t>(horizontal/verticalSpacing)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은 </a:t>
            </a:r>
            <a:r>
              <a:t>0px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그대로 둡니다</a:t>
            </a:r>
            <a:r>
              <a:t>.</a:t>
            </a:r>
          </a:p>
        </p:txBody>
      </p:sp>
      <p:sp>
        <p:nvSpPr>
          <p:cNvPr id="290" name="Rectangle 10"/>
          <p:cNvSpPr/>
          <p:nvPr/>
        </p:nvSpPr>
        <p:spPr>
          <a:xfrm>
            <a:off x="566928" y="4096510"/>
            <a:ext cx="4526280" cy="27433"/>
          </a:xfrm>
          <a:prstGeom prst="rect">
            <a:avLst/>
          </a:prstGeom>
          <a:solidFill>
            <a:srgbClr val="E4E4E7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91" name="TextBox 11"/>
          <p:cNvSpPr txBox="1"/>
          <p:nvPr/>
        </p:nvSpPr>
        <p:spPr>
          <a:xfrm>
            <a:off x="566928" y="4279391"/>
            <a:ext cx="4526280" cy="1748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45000"/>
              </a:lnSpc>
              <a:defRPr sz="1100">
                <a:solidFill>
                  <a:srgbClr val="71717A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팝업 화면은 여백을 넣지 않습니다</a:t>
            </a:r>
            <a:r>
              <a:t>.</a:t>
            </a:r>
          </a:p>
        </p:txBody>
      </p:sp>
      <p:pic>
        <p:nvPicPr>
          <p:cNvPr id="292" name="Picture 12" descr="Picture 12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532120" y="1257299"/>
            <a:ext cx="6108192" cy="4480560"/>
          </a:xfrm>
          <a:prstGeom prst="rect">
            <a:avLst/>
          </a:prstGeom>
          <a:ln>
            <a:solidFill>
              <a:srgbClr val="E4E4E7"/>
            </a:solidFill>
          </a:ln>
        </p:spPr>
      </p:pic>
      <p:sp>
        <p:nvSpPr>
          <p:cNvPr id="293" name="TextBox 13"/>
          <p:cNvSpPr txBox="1"/>
          <p:nvPr/>
        </p:nvSpPr>
        <p:spPr>
          <a:xfrm>
            <a:off x="566927" y="6327647"/>
            <a:ext cx="5486401" cy="1477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900">
                <a:solidFill>
                  <a:srgbClr val="71717A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t>①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루트 컨테이너</a:t>
            </a:r>
          </a:p>
        </p:txBody>
      </p:sp>
      <p:sp>
        <p:nvSpPr>
          <p:cNvPr id="294" name="TextBox 14"/>
          <p:cNvSpPr txBox="1"/>
          <p:nvPr/>
        </p:nvSpPr>
        <p:spPr>
          <a:xfrm>
            <a:off x="10058400" y="6327647"/>
            <a:ext cx="1572769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b="1" sz="900">
                <a:solidFill>
                  <a:srgbClr val="71717A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</a:lstStyle>
          <a:p>
            <a:pPr/>
            <a:r>
              <a:t>11 / 22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Rectangle 1"/>
          <p:cNvSpPr/>
          <p:nvPr/>
        </p:nvSpPr>
        <p:spPr>
          <a:xfrm>
            <a:off x="-1" y="-1"/>
            <a:ext cx="12191697" cy="91442"/>
          </a:xfrm>
          <a:prstGeom prst="rect">
            <a:avLst/>
          </a:prstGeom>
          <a:solidFill>
            <a:srgbClr val="155DF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97" name="TextBox 2"/>
          <p:cNvSpPr txBox="1"/>
          <p:nvPr/>
        </p:nvSpPr>
        <p:spPr>
          <a:xfrm>
            <a:off x="566927" y="457200"/>
            <a:ext cx="5486401" cy="1612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1000">
                <a:solidFill>
                  <a:srgbClr val="155DFC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STEP 09</a:t>
            </a:r>
            <a:r>
              <a:rPr b="0">
                <a:solidFill>
                  <a:srgbClr val="71717A"/>
                </a:solidFill>
              </a:rPr>
              <a:t>   ② grpData › .content</a:t>
            </a:r>
          </a:p>
        </p:txBody>
      </p:sp>
      <p:sp>
        <p:nvSpPr>
          <p:cNvPr id="298" name="TextBox 3"/>
          <p:cNvSpPr txBox="1"/>
          <p:nvPr/>
        </p:nvSpPr>
        <p:spPr>
          <a:xfrm>
            <a:off x="566927" y="758951"/>
            <a:ext cx="4663442" cy="8790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7999"/>
              </a:lnSpc>
              <a:defRPr b="1" sz="2500">
                <a:solidFill>
                  <a:srgbClr val="162556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t>바디 그룹</a:t>
            </a:r>
          </a:p>
          <a:p>
            <a:pPr>
              <a:lnSpc>
                <a:spcPct val="117999"/>
              </a:lnSpc>
              <a:defRPr b="1" sz="2500">
                <a:solidFill>
                  <a:srgbClr val="162556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t>grpData 를 찾는다</a:t>
            </a:r>
          </a:p>
        </p:txBody>
      </p:sp>
      <p:sp>
        <p:nvSpPr>
          <p:cNvPr id="299" name="TextBox 4"/>
          <p:cNvSpPr txBox="1"/>
          <p:nvPr/>
        </p:nvSpPr>
        <p:spPr>
          <a:xfrm>
            <a:off x="566928" y="1810511"/>
            <a:ext cx="4526280" cy="2147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50000"/>
              </a:lnSpc>
              <a:defRPr sz="1300">
                <a:solidFill>
                  <a:srgbClr val="3F3F46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>
              <a:defRPr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루트의 3행(바디)에 들어가는 그룹입니다.</a:t>
            </a:r>
          </a:p>
        </p:txBody>
      </p:sp>
      <p:grpSp>
        <p:nvGrpSpPr>
          <p:cNvPr id="302" name="Rounded Rectangle 5"/>
          <p:cNvGrpSpPr/>
          <p:nvPr/>
        </p:nvGrpSpPr>
        <p:grpSpPr>
          <a:xfrm>
            <a:off x="566927" y="2615183"/>
            <a:ext cx="1374458" cy="310897"/>
            <a:chOff x="0" y="0"/>
            <a:chExt cx="1374456" cy="310895"/>
          </a:xfrm>
        </p:grpSpPr>
        <p:sp>
          <p:nvSpPr>
            <p:cNvPr id="300" name="모서리가 둥근 직사각형"/>
            <p:cNvSpPr/>
            <p:nvPr/>
          </p:nvSpPr>
          <p:spPr>
            <a:xfrm>
              <a:off x="0" y="0"/>
              <a:ext cx="1374457" cy="310896"/>
            </a:xfrm>
            <a:prstGeom prst="roundRect">
              <a:avLst>
                <a:gd name="adj" fmla="val 45000"/>
              </a:avLst>
            </a:prstGeom>
            <a:solidFill>
              <a:srgbClr val="EFF6FF"/>
            </a:solidFill>
            <a:ln w="9525" cap="flat">
              <a:solidFill>
                <a:srgbClr val="DBEAFE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301" name="class = content-body"/>
            <p:cNvSpPr txBox="1"/>
            <p:nvPr/>
          </p:nvSpPr>
          <p:spPr>
            <a:xfrm>
              <a:off x="45738" y="79247"/>
              <a:ext cx="1282981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b="1" sz="1000">
                  <a:solidFill>
                    <a:srgbClr val="162556"/>
                  </a:solidFill>
                  <a:latin typeface="Malgun Gothic"/>
                  <a:ea typeface="Malgun Gothic"/>
                  <a:cs typeface="Malgun Gothic"/>
                  <a:sym typeface="Malgun Gothic"/>
                </a:defRPr>
              </a:lvl1pPr>
            </a:lstStyle>
            <a:p>
              <a:pPr/>
              <a:r>
                <a:t>class = content-body</a:t>
              </a:r>
            </a:p>
          </p:txBody>
        </p:sp>
      </p:grpSp>
      <p:sp>
        <p:nvSpPr>
          <p:cNvPr id="303" name="Oval 6"/>
          <p:cNvSpPr/>
          <p:nvPr/>
        </p:nvSpPr>
        <p:spPr>
          <a:xfrm>
            <a:off x="603504" y="3323844"/>
            <a:ext cx="77725" cy="77725"/>
          </a:xfrm>
          <a:prstGeom prst="ellipse">
            <a:avLst/>
          </a:prstGeom>
          <a:solidFill>
            <a:srgbClr val="155DF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04" name="TextBox 7"/>
          <p:cNvSpPr txBox="1"/>
          <p:nvPr/>
        </p:nvSpPr>
        <p:spPr>
          <a:xfrm>
            <a:off x="841248" y="3218687"/>
            <a:ext cx="4251960" cy="190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45000"/>
              </a:lnSpc>
              <a:defRPr sz="1200">
                <a:solidFill>
                  <a:srgbClr val="3F3F46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</a:lstStyle>
          <a:p>
            <a:pPr/>
            <a:r>
              <a:t>Properties › 스타일 탭에서 class 값을 확인합니다.</a:t>
            </a:r>
          </a:p>
        </p:txBody>
      </p:sp>
      <p:sp>
        <p:nvSpPr>
          <p:cNvPr id="305" name="Oval 8"/>
          <p:cNvSpPr/>
          <p:nvPr/>
        </p:nvSpPr>
        <p:spPr>
          <a:xfrm>
            <a:off x="603504" y="3963923"/>
            <a:ext cx="77725" cy="77725"/>
          </a:xfrm>
          <a:prstGeom prst="ellipse">
            <a:avLst/>
          </a:prstGeom>
          <a:solidFill>
            <a:srgbClr val="155DF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06" name="TextBox 9"/>
          <p:cNvSpPr txBox="1"/>
          <p:nvPr/>
        </p:nvSpPr>
        <p:spPr>
          <a:xfrm>
            <a:off x="841248" y="3858767"/>
            <a:ext cx="4251960" cy="190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45000"/>
              </a:lnSpc>
              <a:defRPr sz="1200">
                <a:solidFill>
                  <a:srgbClr val="3F3F46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>
              <a:defRPr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이 그룹도 버티컬 레이아웃으로 되어 있습니다.</a:t>
            </a:r>
          </a:p>
        </p:txBody>
      </p:sp>
      <p:sp>
        <p:nvSpPr>
          <p:cNvPr id="307" name="TextBox 11"/>
          <p:cNvSpPr txBox="1"/>
          <p:nvPr/>
        </p:nvSpPr>
        <p:spPr>
          <a:xfrm>
            <a:off x="566927" y="6327647"/>
            <a:ext cx="5486401" cy="1477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71717A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</a:lstStyle>
          <a:p>
            <a:pPr/>
            <a:r>
              <a:t>② grpData › .content</a:t>
            </a:r>
          </a:p>
        </p:txBody>
      </p:sp>
      <p:sp>
        <p:nvSpPr>
          <p:cNvPr id="308" name="TextBox 12"/>
          <p:cNvSpPr txBox="1"/>
          <p:nvPr/>
        </p:nvSpPr>
        <p:spPr>
          <a:xfrm>
            <a:off x="10058400" y="6327647"/>
            <a:ext cx="1572769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b="1" sz="900">
                <a:solidFill>
                  <a:srgbClr val="71717A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</a:lstStyle>
          <a:p>
            <a:pPr/>
            <a:r>
              <a:t>12 / 22</a:t>
            </a:r>
          </a:p>
        </p:txBody>
      </p:sp>
      <p:pic>
        <p:nvPicPr>
          <p:cNvPr id="309" name="tree_crop.png" descr="tree_crop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769100" y="965200"/>
            <a:ext cx="3636306" cy="5080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Rectangle 1"/>
          <p:cNvSpPr/>
          <p:nvPr/>
        </p:nvSpPr>
        <p:spPr>
          <a:xfrm>
            <a:off x="-1" y="-1"/>
            <a:ext cx="12191697" cy="91442"/>
          </a:xfrm>
          <a:prstGeom prst="rect">
            <a:avLst/>
          </a:prstGeom>
          <a:solidFill>
            <a:srgbClr val="155DF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12" name="TextBox 2"/>
          <p:cNvSpPr txBox="1"/>
          <p:nvPr/>
        </p:nvSpPr>
        <p:spPr>
          <a:xfrm>
            <a:off x="566927" y="457200"/>
            <a:ext cx="5486401" cy="1612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1000">
                <a:solidFill>
                  <a:srgbClr val="155DFC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STEP 10</a:t>
            </a:r>
            <a:r>
              <a:rPr b="0">
                <a:solidFill>
                  <a:srgbClr val="71717A"/>
                </a:solidFill>
              </a:rPr>
              <a:t>   ② grpData › .content</a:t>
            </a:r>
          </a:p>
        </p:txBody>
      </p:sp>
      <p:sp>
        <p:nvSpPr>
          <p:cNvPr id="313" name="TextBox 3"/>
          <p:cNvSpPr txBox="1"/>
          <p:nvPr/>
        </p:nvSpPr>
        <p:spPr>
          <a:xfrm>
            <a:off x="566927" y="758951"/>
            <a:ext cx="4663442" cy="8790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7999"/>
              </a:lnSpc>
              <a:defRPr b="1" sz="2500">
                <a:solidFill>
                  <a:srgbClr val="162556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grpData 를</a:t>
            </a:r>
            <a:endParaRPr>
              <a:latin typeface="맑은 고딕"/>
              <a:ea typeface="맑은 고딕"/>
              <a:cs typeface="맑은 고딕"/>
              <a:sym typeface="맑은 고딕"/>
            </a:endParaRPr>
          </a:p>
          <a:p>
            <a:pPr>
              <a:lnSpc>
                <a:spcPct val="117999"/>
              </a:lnSpc>
              <a:defRPr b="1" sz="2500">
                <a:solidFill>
                  <a:srgbClr val="162556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폼 레이아웃으로 바꾼다</a:t>
            </a:r>
          </a:p>
        </p:txBody>
      </p:sp>
      <p:sp>
        <p:nvSpPr>
          <p:cNvPr id="314" name="TextBox 4"/>
          <p:cNvSpPr txBox="1"/>
          <p:nvPr/>
        </p:nvSpPr>
        <p:spPr>
          <a:xfrm>
            <a:off x="566928" y="1810511"/>
            <a:ext cx="4526280" cy="2147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50000"/>
              </a:lnSpc>
              <a:defRPr sz="1300">
                <a:solidFill>
                  <a:srgbClr val="3F3F46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>
              <a:defRPr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grpData 에서 우클릭 › 레이아웃 › 폼 레이아웃.</a:t>
            </a:r>
          </a:p>
        </p:txBody>
      </p:sp>
      <p:grpSp>
        <p:nvGrpSpPr>
          <p:cNvPr id="317" name="Rounded Rectangle 5"/>
          <p:cNvGrpSpPr/>
          <p:nvPr/>
        </p:nvGrpSpPr>
        <p:grpSpPr>
          <a:xfrm>
            <a:off x="566927" y="2615183"/>
            <a:ext cx="674371" cy="310897"/>
            <a:chOff x="0" y="0"/>
            <a:chExt cx="674369" cy="310895"/>
          </a:xfrm>
        </p:grpSpPr>
        <p:sp>
          <p:nvSpPr>
            <p:cNvPr id="315" name="모서리가 둥근 직사각형"/>
            <p:cNvSpPr/>
            <p:nvPr/>
          </p:nvSpPr>
          <p:spPr>
            <a:xfrm>
              <a:off x="0" y="0"/>
              <a:ext cx="674370" cy="310896"/>
            </a:xfrm>
            <a:prstGeom prst="roundRect">
              <a:avLst>
                <a:gd name="adj" fmla="val 45000"/>
              </a:avLst>
            </a:prstGeom>
            <a:solidFill>
              <a:srgbClr val="EFF6FF"/>
            </a:solidFill>
            <a:ln w="9525" cap="flat">
              <a:solidFill>
                <a:srgbClr val="DBEAFE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316" name="우클릭"/>
            <p:cNvSpPr txBox="1"/>
            <p:nvPr/>
          </p:nvSpPr>
          <p:spPr>
            <a:xfrm>
              <a:off x="45738" y="79247"/>
              <a:ext cx="582894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b="1" sz="1000">
                  <a:solidFill>
                    <a:srgbClr val="162556"/>
                  </a:solidFill>
                  <a:latin typeface="맑은 고딕"/>
                  <a:ea typeface="맑은 고딕"/>
                  <a:cs typeface="맑은 고딕"/>
                  <a:sym typeface="맑은 고딕"/>
                </a:defRPr>
              </a:lvl1pPr>
            </a:lstStyle>
            <a:p>
              <a:pPr>
                <a:defRPr>
                  <a:latin typeface="Malgun Gothic"/>
                  <a:ea typeface="Malgun Gothic"/>
                  <a:cs typeface="Malgun Gothic"/>
                  <a:sym typeface="Malgun Gothic"/>
                </a:defRPr>
              </a:pPr>
              <a:r>
                <a:rPr>
                  <a:latin typeface="맑은 고딕"/>
                  <a:ea typeface="맑은 고딕"/>
                  <a:cs typeface="맑은 고딕"/>
                  <a:sym typeface="맑은 고딕"/>
                </a:rPr>
                <a:t>우클릭</a:t>
              </a:r>
            </a:p>
          </p:txBody>
        </p:sp>
      </p:grpSp>
      <p:grpSp>
        <p:nvGrpSpPr>
          <p:cNvPr id="320" name="Rounded Rectangle 6"/>
          <p:cNvGrpSpPr/>
          <p:nvPr/>
        </p:nvGrpSpPr>
        <p:grpSpPr>
          <a:xfrm>
            <a:off x="1323594" y="2615183"/>
            <a:ext cx="807720" cy="310897"/>
            <a:chOff x="0" y="0"/>
            <a:chExt cx="807719" cy="310895"/>
          </a:xfrm>
        </p:grpSpPr>
        <p:sp>
          <p:nvSpPr>
            <p:cNvPr id="318" name="모서리가 둥근 직사각형"/>
            <p:cNvSpPr/>
            <p:nvPr/>
          </p:nvSpPr>
          <p:spPr>
            <a:xfrm>
              <a:off x="0" y="0"/>
              <a:ext cx="807720" cy="310896"/>
            </a:xfrm>
            <a:prstGeom prst="roundRect">
              <a:avLst>
                <a:gd name="adj" fmla="val 45000"/>
              </a:avLst>
            </a:prstGeom>
            <a:solidFill>
              <a:srgbClr val="EFF6FF"/>
            </a:solidFill>
            <a:ln w="9525" cap="flat">
              <a:solidFill>
                <a:srgbClr val="DBEAFE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319" name="레이아웃"/>
            <p:cNvSpPr txBox="1"/>
            <p:nvPr/>
          </p:nvSpPr>
          <p:spPr>
            <a:xfrm>
              <a:off x="45738" y="79247"/>
              <a:ext cx="716244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b="1" sz="1000">
                  <a:solidFill>
                    <a:srgbClr val="162556"/>
                  </a:solidFill>
                  <a:latin typeface="맑은 고딕"/>
                  <a:ea typeface="맑은 고딕"/>
                  <a:cs typeface="맑은 고딕"/>
                  <a:sym typeface="맑은 고딕"/>
                </a:defRPr>
              </a:lvl1pPr>
            </a:lstStyle>
            <a:p>
              <a:pPr>
                <a:defRPr>
                  <a:latin typeface="Malgun Gothic"/>
                  <a:ea typeface="Malgun Gothic"/>
                  <a:cs typeface="Malgun Gothic"/>
                  <a:sym typeface="Malgun Gothic"/>
                </a:defRPr>
              </a:pPr>
              <a:r>
                <a:rPr>
                  <a:latin typeface="맑은 고딕"/>
                  <a:ea typeface="맑은 고딕"/>
                  <a:cs typeface="맑은 고딕"/>
                  <a:sym typeface="맑은 고딕"/>
                </a:rPr>
                <a:t>레이아웃</a:t>
              </a:r>
            </a:p>
          </p:txBody>
        </p:sp>
      </p:grpSp>
      <p:grpSp>
        <p:nvGrpSpPr>
          <p:cNvPr id="323" name="Rounded Rectangle 7"/>
          <p:cNvGrpSpPr/>
          <p:nvPr/>
        </p:nvGrpSpPr>
        <p:grpSpPr>
          <a:xfrm>
            <a:off x="2213610" y="2615183"/>
            <a:ext cx="1014413" cy="310897"/>
            <a:chOff x="0" y="0"/>
            <a:chExt cx="1014412" cy="310895"/>
          </a:xfrm>
        </p:grpSpPr>
        <p:sp>
          <p:nvSpPr>
            <p:cNvPr id="321" name="모서리가 둥근 직사각형"/>
            <p:cNvSpPr/>
            <p:nvPr/>
          </p:nvSpPr>
          <p:spPr>
            <a:xfrm>
              <a:off x="0" y="0"/>
              <a:ext cx="1014413" cy="310896"/>
            </a:xfrm>
            <a:prstGeom prst="roundRect">
              <a:avLst>
                <a:gd name="adj" fmla="val 45000"/>
              </a:avLst>
            </a:prstGeom>
            <a:solidFill>
              <a:srgbClr val="EFF6FF"/>
            </a:solidFill>
            <a:ln w="9525" cap="flat">
              <a:solidFill>
                <a:srgbClr val="DBEAFE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322" name="폼 레이아웃"/>
            <p:cNvSpPr txBox="1"/>
            <p:nvPr/>
          </p:nvSpPr>
          <p:spPr>
            <a:xfrm>
              <a:off x="45738" y="74801"/>
              <a:ext cx="922936" cy="16129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b="1" sz="1000">
                  <a:solidFill>
                    <a:srgbClr val="162556"/>
                  </a:solidFill>
                  <a:latin typeface="맑은 고딕"/>
                  <a:ea typeface="맑은 고딕"/>
                  <a:cs typeface="맑은 고딕"/>
                  <a:sym typeface="맑은 고딕"/>
                </a:defRPr>
              </a:lvl1pPr>
            </a:lstStyle>
            <a:p>
              <a:pPr>
                <a:defRPr>
                  <a:latin typeface="Malgun Gothic"/>
                  <a:ea typeface="Malgun Gothic"/>
                  <a:cs typeface="Malgun Gothic"/>
                  <a:sym typeface="Malgun Gothic"/>
                </a:defRPr>
              </a:pPr>
              <a:r>
                <a:rPr>
                  <a:latin typeface="맑은 고딕"/>
                  <a:ea typeface="맑은 고딕"/>
                  <a:cs typeface="맑은 고딕"/>
                  <a:sym typeface="맑은 고딕"/>
                </a:rPr>
                <a:t>폼 레이아웃</a:t>
              </a:r>
            </a:p>
          </p:txBody>
        </p:sp>
      </p:grpSp>
      <p:sp>
        <p:nvSpPr>
          <p:cNvPr id="324" name="Oval 8"/>
          <p:cNvSpPr/>
          <p:nvPr/>
        </p:nvSpPr>
        <p:spPr>
          <a:xfrm>
            <a:off x="603504" y="3323844"/>
            <a:ext cx="77725" cy="77725"/>
          </a:xfrm>
          <a:prstGeom prst="ellipse">
            <a:avLst/>
          </a:prstGeom>
          <a:solidFill>
            <a:srgbClr val="155DF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25" name="TextBox 9"/>
          <p:cNvSpPr txBox="1"/>
          <p:nvPr/>
        </p:nvSpPr>
        <p:spPr>
          <a:xfrm>
            <a:off x="841248" y="3218687"/>
            <a:ext cx="4251960" cy="190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45000"/>
              </a:lnSpc>
              <a:defRPr sz="1200">
                <a:solidFill>
                  <a:srgbClr val="3F3F46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t>Outline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또는 디자인 뷰 어느 쪽에서 해도 됩니다</a:t>
            </a:r>
            <a:r>
              <a:t>.</a:t>
            </a:r>
          </a:p>
        </p:txBody>
      </p:sp>
      <p:sp>
        <p:nvSpPr>
          <p:cNvPr id="326" name="Oval 10"/>
          <p:cNvSpPr/>
          <p:nvPr/>
        </p:nvSpPr>
        <p:spPr>
          <a:xfrm>
            <a:off x="603504" y="3717035"/>
            <a:ext cx="77725" cy="77725"/>
          </a:xfrm>
          <a:prstGeom prst="ellipse">
            <a:avLst/>
          </a:prstGeom>
          <a:solidFill>
            <a:srgbClr val="155DF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27" name="TextBox 11"/>
          <p:cNvSpPr txBox="1"/>
          <p:nvPr/>
        </p:nvSpPr>
        <p:spPr>
          <a:xfrm>
            <a:off x="841248" y="3611879"/>
            <a:ext cx="4251960" cy="190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45000"/>
              </a:lnSpc>
              <a:defRPr sz="1200">
                <a:solidFill>
                  <a:srgbClr val="3F3F46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현재 체크는 버티컬 레이아웃에 있습니다</a:t>
            </a:r>
            <a:r>
              <a:t>.</a:t>
            </a:r>
          </a:p>
        </p:txBody>
      </p:sp>
      <p:sp>
        <p:nvSpPr>
          <p:cNvPr id="328" name="TextBox 15"/>
          <p:cNvSpPr txBox="1"/>
          <p:nvPr/>
        </p:nvSpPr>
        <p:spPr>
          <a:xfrm>
            <a:off x="566927" y="6327647"/>
            <a:ext cx="5486401" cy="1477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71717A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</a:lstStyle>
          <a:p>
            <a:pPr/>
            <a:r>
              <a:t>② grpData › .content</a:t>
            </a:r>
          </a:p>
        </p:txBody>
      </p:sp>
      <p:sp>
        <p:nvSpPr>
          <p:cNvPr id="329" name="TextBox 16"/>
          <p:cNvSpPr txBox="1"/>
          <p:nvPr/>
        </p:nvSpPr>
        <p:spPr>
          <a:xfrm>
            <a:off x="10058400" y="6327647"/>
            <a:ext cx="1572769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b="1" sz="900">
                <a:solidFill>
                  <a:srgbClr val="71717A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</a:lstStyle>
          <a:p>
            <a:pPr/>
            <a:r>
              <a:t>13 / 22</a:t>
            </a:r>
          </a:p>
        </p:txBody>
      </p:sp>
      <p:pic>
        <p:nvPicPr>
          <p:cNvPr id="330" name="스크린샷 2026-09-18 오후 7.13.14.png" descr="스크린샷 2026-09-18 오후 7.13.14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515100" y="965200"/>
            <a:ext cx="4136878" cy="5080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Rectangle 1"/>
          <p:cNvSpPr/>
          <p:nvPr/>
        </p:nvSpPr>
        <p:spPr>
          <a:xfrm>
            <a:off x="-1" y="-1"/>
            <a:ext cx="12191697" cy="91442"/>
          </a:xfrm>
          <a:prstGeom prst="rect">
            <a:avLst/>
          </a:prstGeom>
          <a:solidFill>
            <a:srgbClr val="155DF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33" name="TextBox 2"/>
          <p:cNvSpPr txBox="1"/>
          <p:nvPr/>
        </p:nvSpPr>
        <p:spPr>
          <a:xfrm>
            <a:off x="566927" y="457200"/>
            <a:ext cx="5486401" cy="1612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1000">
                <a:solidFill>
                  <a:srgbClr val="155DFC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STEP 11</a:t>
            </a:r>
            <a:r>
              <a:rPr b="0">
                <a:solidFill>
                  <a:srgbClr val="71717A"/>
                </a:solidFill>
              </a:rPr>
              <a:t>   ② grpData › .content</a:t>
            </a:r>
          </a:p>
        </p:txBody>
      </p:sp>
      <p:sp>
        <p:nvSpPr>
          <p:cNvPr id="334" name="TextBox 3"/>
          <p:cNvSpPr txBox="1"/>
          <p:nvPr/>
        </p:nvSpPr>
        <p:spPr>
          <a:xfrm>
            <a:off x="566927" y="758951"/>
            <a:ext cx="4663442" cy="8790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7999"/>
              </a:lnSpc>
              <a:defRPr b="1" sz="2500">
                <a:solidFill>
                  <a:srgbClr val="162556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행과 열을</a:t>
            </a:r>
            <a:endParaRPr>
              <a:latin typeface="맑은 고딕"/>
              <a:ea typeface="맑은 고딕"/>
              <a:cs typeface="맑은 고딕"/>
              <a:sym typeface="맑은 고딕"/>
            </a:endParaRPr>
          </a:p>
          <a:p>
            <a:pPr>
              <a:lnSpc>
                <a:spcPct val="117999"/>
              </a:lnSpc>
              <a:defRPr b="1" sz="2500">
                <a:solidFill>
                  <a:srgbClr val="162556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자식 배치만큼 지정한다</a:t>
            </a:r>
          </a:p>
        </p:txBody>
      </p:sp>
      <p:sp>
        <p:nvSpPr>
          <p:cNvPr id="335" name="TextBox 4"/>
          <p:cNvSpPr txBox="1"/>
          <p:nvPr/>
        </p:nvSpPr>
        <p:spPr>
          <a:xfrm>
            <a:off x="566928" y="1810511"/>
            <a:ext cx="4526280" cy="2147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50000"/>
              </a:lnSpc>
              <a:defRPr sz="1300">
                <a:solidFill>
                  <a:srgbClr val="3F3F46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</a:lstStyle>
          <a:p>
            <a:pPr/>
            <a:r>
              <a:t>새 폼 레이아웃 대화상자에서 구획 수와 간격을 지정합니다.</a:t>
            </a:r>
          </a:p>
        </p:txBody>
      </p:sp>
      <p:grpSp>
        <p:nvGrpSpPr>
          <p:cNvPr id="338" name="Rounded Rectangle 5"/>
          <p:cNvGrpSpPr/>
          <p:nvPr/>
        </p:nvGrpSpPr>
        <p:grpSpPr>
          <a:xfrm>
            <a:off x="566927" y="2350007"/>
            <a:ext cx="1521144" cy="310897"/>
            <a:chOff x="0" y="0"/>
            <a:chExt cx="1521142" cy="310895"/>
          </a:xfrm>
        </p:grpSpPr>
        <p:sp>
          <p:nvSpPr>
            <p:cNvPr id="336" name="모서리가 둥근 직사각형"/>
            <p:cNvSpPr/>
            <p:nvPr/>
          </p:nvSpPr>
          <p:spPr>
            <a:xfrm>
              <a:off x="0" y="0"/>
              <a:ext cx="1521143" cy="310896"/>
            </a:xfrm>
            <a:prstGeom prst="roundRect">
              <a:avLst>
                <a:gd name="adj" fmla="val 45000"/>
              </a:avLst>
            </a:prstGeom>
            <a:solidFill>
              <a:srgbClr val="EFF6FF"/>
            </a:solidFill>
            <a:ln w="9525" cap="flat">
              <a:solidFill>
                <a:srgbClr val="DBEAFE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337" name="열 1 · 행 1 · 간격 24"/>
            <p:cNvSpPr txBox="1"/>
            <p:nvPr/>
          </p:nvSpPr>
          <p:spPr>
            <a:xfrm>
              <a:off x="45738" y="74801"/>
              <a:ext cx="1429666" cy="16129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b="1" sz="1000">
                  <a:solidFill>
                    <a:srgbClr val="162556"/>
                  </a:solidFill>
                  <a:latin typeface="Malgun Gothic"/>
                  <a:ea typeface="Malgun Gothic"/>
                  <a:cs typeface="Malgun Gothic"/>
                  <a:sym typeface="Malgun Gothic"/>
                </a:defRPr>
              </a:lvl1pPr>
            </a:lstStyle>
            <a:p>
              <a:pPr/>
              <a:r>
                <a:t>열 1 · 행 1 · 간격 24</a:t>
              </a:r>
            </a:p>
          </p:txBody>
        </p:sp>
      </p:grpSp>
      <p:sp>
        <p:nvSpPr>
          <p:cNvPr id="339" name="Oval 6"/>
          <p:cNvSpPr/>
          <p:nvPr/>
        </p:nvSpPr>
        <p:spPr>
          <a:xfrm>
            <a:off x="603504" y="3058667"/>
            <a:ext cx="77725" cy="77725"/>
          </a:xfrm>
          <a:prstGeom prst="ellipse">
            <a:avLst/>
          </a:prstGeom>
          <a:solidFill>
            <a:srgbClr val="155DF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40" name="TextBox 7"/>
          <p:cNvSpPr txBox="1"/>
          <p:nvPr/>
        </p:nvSpPr>
        <p:spPr>
          <a:xfrm>
            <a:off x="841248" y="2953511"/>
            <a:ext cx="4251960" cy="190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45000"/>
              </a:lnSpc>
              <a:defRPr sz="1200">
                <a:solidFill>
                  <a:srgbClr val="3F3F46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>
              <a:defRPr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열 · 행은 grpData 자식의 배치만큼 지정합니다.</a:t>
            </a:r>
          </a:p>
        </p:txBody>
      </p:sp>
      <p:sp>
        <p:nvSpPr>
          <p:cNvPr id="341" name="Oval 8"/>
          <p:cNvSpPr/>
          <p:nvPr/>
        </p:nvSpPr>
        <p:spPr>
          <a:xfrm>
            <a:off x="603504" y="3451859"/>
            <a:ext cx="77725" cy="77725"/>
          </a:xfrm>
          <a:prstGeom prst="ellipse">
            <a:avLst/>
          </a:prstGeom>
          <a:solidFill>
            <a:srgbClr val="155DF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42" name="TextBox 9"/>
          <p:cNvSpPr txBox="1"/>
          <p:nvPr/>
        </p:nvSpPr>
        <p:spPr>
          <a:xfrm>
            <a:off x="841248" y="3346703"/>
            <a:ext cx="4251960" cy="190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45000"/>
              </a:lnSpc>
              <a:defRPr sz="1200">
                <a:solidFill>
                  <a:srgbClr val="3F3F46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>
              <a:defRPr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여백 0 · 간격 24 · 행은 1 fr 그대로 둡니다.</a:t>
            </a:r>
          </a:p>
        </p:txBody>
      </p:sp>
      <p:sp>
        <p:nvSpPr>
          <p:cNvPr id="343" name="Rectangle 10"/>
          <p:cNvSpPr/>
          <p:nvPr/>
        </p:nvSpPr>
        <p:spPr>
          <a:xfrm>
            <a:off x="566928" y="4096510"/>
            <a:ext cx="4526280" cy="27433"/>
          </a:xfrm>
          <a:prstGeom prst="rect">
            <a:avLst/>
          </a:prstGeom>
          <a:solidFill>
            <a:srgbClr val="E4E4E7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44" name="TextBox 11"/>
          <p:cNvSpPr txBox="1"/>
          <p:nvPr/>
        </p:nvSpPr>
        <p:spPr>
          <a:xfrm>
            <a:off x="566928" y="4279391"/>
            <a:ext cx="4526280" cy="1748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45000"/>
              </a:lnSpc>
              <a:defRPr sz="1100">
                <a:solidFill>
                  <a:srgbClr val="71717A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>
              <a:defRPr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자식이 좌우로 나뉜 화면은 열을 2로 지정합니다.</a:t>
            </a:r>
          </a:p>
        </p:txBody>
      </p:sp>
      <p:sp>
        <p:nvSpPr>
          <p:cNvPr id="345" name="TextBox 13"/>
          <p:cNvSpPr txBox="1"/>
          <p:nvPr/>
        </p:nvSpPr>
        <p:spPr>
          <a:xfrm>
            <a:off x="566927" y="6327647"/>
            <a:ext cx="5486401" cy="1477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71717A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</a:lstStyle>
          <a:p>
            <a:pPr/>
            <a:r>
              <a:t>② grpData › .content</a:t>
            </a:r>
          </a:p>
        </p:txBody>
      </p:sp>
      <p:sp>
        <p:nvSpPr>
          <p:cNvPr id="346" name="TextBox 14"/>
          <p:cNvSpPr txBox="1"/>
          <p:nvPr/>
        </p:nvSpPr>
        <p:spPr>
          <a:xfrm>
            <a:off x="10058400" y="6327647"/>
            <a:ext cx="1572769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b="1" sz="900">
                <a:solidFill>
                  <a:srgbClr val="71717A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</a:lstStyle>
          <a:p>
            <a:pPr/>
            <a:r>
              <a:t>14 / 22</a:t>
            </a:r>
          </a:p>
        </p:txBody>
      </p:sp>
      <p:pic>
        <p:nvPicPr>
          <p:cNvPr id="347" name="스크린샷 2026-09-18 오후 7.13.45.png" descr="스크린샷 2026-09-18 오후 7.13.45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096000" y="2159000"/>
            <a:ext cx="5342567" cy="23368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Rectangle 1"/>
          <p:cNvSpPr/>
          <p:nvPr/>
        </p:nvSpPr>
        <p:spPr>
          <a:xfrm>
            <a:off x="-1" y="-1"/>
            <a:ext cx="12191697" cy="91442"/>
          </a:xfrm>
          <a:prstGeom prst="rect">
            <a:avLst/>
          </a:prstGeom>
          <a:solidFill>
            <a:srgbClr val="155DF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50" name="TextBox 2"/>
          <p:cNvSpPr txBox="1"/>
          <p:nvPr/>
        </p:nvSpPr>
        <p:spPr>
          <a:xfrm>
            <a:off x="566927" y="457200"/>
            <a:ext cx="5486401" cy="1612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1000">
                <a:solidFill>
                  <a:srgbClr val="155DFC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STEP 12</a:t>
            </a:r>
            <a:r>
              <a:rPr b="0">
                <a:solidFill>
                  <a:srgbClr val="71717A"/>
                </a:solidFill>
              </a:rPr>
              <a:t>   ② grpData › .content</a:t>
            </a:r>
          </a:p>
        </p:txBody>
      </p:sp>
      <p:sp>
        <p:nvSpPr>
          <p:cNvPr id="351" name="TextBox 3"/>
          <p:cNvSpPr txBox="1"/>
          <p:nvPr/>
        </p:nvSpPr>
        <p:spPr>
          <a:xfrm>
            <a:off x="566927" y="758951"/>
            <a:ext cx="4663442" cy="8790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7999"/>
              </a:lnSpc>
              <a:defRPr b="1" sz="2500">
                <a:solidFill>
                  <a:srgbClr val="162556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t>grpData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안의</a:t>
            </a:r>
            <a:endParaRPr>
              <a:latin typeface="맑은 고딕"/>
              <a:ea typeface="맑은 고딕"/>
              <a:cs typeface="맑은 고딕"/>
              <a:sym typeface="맑은 고딕"/>
            </a:endParaRPr>
          </a:p>
          <a:p>
            <a:pPr>
              <a:lnSpc>
                <a:spcPct val="117999"/>
              </a:lnSpc>
              <a:defRPr b="1" sz="2500">
                <a:solidFill>
                  <a:srgbClr val="162556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t>.content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를 찾는다</a:t>
            </a:r>
          </a:p>
        </p:txBody>
      </p:sp>
      <p:sp>
        <p:nvSpPr>
          <p:cNvPr id="352" name="TextBox 4"/>
          <p:cNvSpPr txBox="1"/>
          <p:nvPr/>
        </p:nvSpPr>
        <p:spPr>
          <a:xfrm>
            <a:off x="566928" y="1810511"/>
            <a:ext cx="4526280" cy="2147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50000"/>
              </a:lnSpc>
              <a:defRPr sz="1300">
                <a:solidFill>
                  <a:srgbClr val="3F3F46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바디 그룹 안에서 </a:t>
            </a:r>
            <a:r>
              <a:t>class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가 </a:t>
            </a:r>
            <a:r>
              <a:t>content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인 그룹이 대상입니다</a:t>
            </a:r>
            <a:r>
              <a:t>.</a:t>
            </a:r>
          </a:p>
        </p:txBody>
      </p:sp>
      <p:grpSp>
        <p:nvGrpSpPr>
          <p:cNvPr id="355" name="Rounded Rectangle 5"/>
          <p:cNvGrpSpPr/>
          <p:nvPr/>
        </p:nvGrpSpPr>
        <p:grpSpPr>
          <a:xfrm>
            <a:off x="566927" y="2615183"/>
            <a:ext cx="1374458" cy="310897"/>
            <a:chOff x="0" y="0"/>
            <a:chExt cx="1374456" cy="310895"/>
          </a:xfrm>
        </p:grpSpPr>
        <p:sp>
          <p:nvSpPr>
            <p:cNvPr id="353" name="모서리가 둥근 직사각형"/>
            <p:cNvSpPr/>
            <p:nvPr/>
          </p:nvSpPr>
          <p:spPr>
            <a:xfrm>
              <a:off x="0" y="0"/>
              <a:ext cx="1374457" cy="310896"/>
            </a:xfrm>
            <a:prstGeom prst="roundRect">
              <a:avLst>
                <a:gd name="adj" fmla="val 45000"/>
              </a:avLst>
            </a:prstGeom>
            <a:solidFill>
              <a:srgbClr val="EFF6FF"/>
            </a:solidFill>
            <a:ln w="9525" cap="flat">
              <a:solidFill>
                <a:srgbClr val="DBEAFE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354" name="class = content"/>
            <p:cNvSpPr txBox="1"/>
            <p:nvPr/>
          </p:nvSpPr>
          <p:spPr>
            <a:xfrm>
              <a:off x="45738" y="79247"/>
              <a:ext cx="1282981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b="1" sz="1000">
                  <a:solidFill>
                    <a:srgbClr val="162556"/>
                  </a:solidFill>
                  <a:latin typeface="Malgun Gothic"/>
                  <a:ea typeface="Malgun Gothic"/>
                  <a:cs typeface="Malgun Gothic"/>
                  <a:sym typeface="Malgun Gothic"/>
                </a:defRPr>
              </a:lvl1pPr>
            </a:lstStyle>
            <a:p>
              <a:pPr/>
              <a:r>
                <a:t>class = content</a:t>
              </a:r>
            </a:p>
          </p:txBody>
        </p:sp>
      </p:grpSp>
      <p:sp>
        <p:nvSpPr>
          <p:cNvPr id="356" name="Oval 6"/>
          <p:cNvSpPr/>
          <p:nvPr/>
        </p:nvSpPr>
        <p:spPr>
          <a:xfrm>
            <a:off x="603504" y="3323844"/>
            <a:ext cx="77725" cy="77725"/>
          </a:xfrm>
          <a:prstGeom prst="ellipse">
            <a:avLst/>
          </a:prstGeom>
          <a:solidFill>
            <a:srgbClr val="155DF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57" name="TextBox 7"/>
          <p:cNvSpPr txBox="1"/>
          <p:nvPr/>
        </p:nvSpPr>
        <p:spPr>
          <a:xfrm>
            <a:off x="841248" y="3218687"/>
            <a:ext cx="4251960" cy="190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45000"/>
              </a:lnSpc>
              <a:defRPr sz="1200">
                <a:solidFill>
                  <a:srgbClr val="3F3F46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t>Properties ›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스타일 탭에서 </a:t>
            </a:r>
            <a:r>
              <a:t>class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값을 확인합니다</a:t>
            </a:r>
            <a:r>
              <a:t>.</a:t>
            </a:r>
          </a:p>
        </p:txBody>
      </p:sp>
      <p:sp>
        <p:nvSpPr>
          <p:cNvPr id="358" name="Oval 8"/>
          <p:cNvSpPr/>
          <p:nvPr/>
        </p:nvSpPr>
        <p:spPr>
          <a:xfrm>
            <a:off x="603504" y="3963923"/>
            <a:ext cx="77725" cy="77725"/>
          </a:xfrm>
          <a:prstGeom prst="ellipse">
            <a:avLst/>
          </a:prstGeom>
          <a:solidFill>
            <a:srgbClr val="155DF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59" name="TextBox 9"/>
          <p:cNvSpPr txBox="1"/>
          <p:nvPr/>
        </p:nvSpPr>
        <p:spPr>
          <a:xfrm>
            <a:off x="841248" y="3858767"/>
            <a:ext cx="4251960" cy="190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45000"/>
              </a:lnSpc>
              <a:defRPr sz="1200">
                <a:solidFill>
                  <a:srgbClr val="3F3F46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이 그룹도 버티컬 레이아웃으로 되어 있습니다</a:t>
            </a:r>
            <a:r>
              <a:t>.</a:t>
            </a:r>
          </a:p>
        </p:txBody>
      </p:sp>
      <p:pic>
        <p:nvPicPr>
          <p:cNvPr id="360" name="Picture 10" descr="Picture 1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510111" y="960119"/>
            <a:ext cx="4152208" cy="5074922"/>
          </a:xfrm>
          <a:prstGeom prst="rect">
            <a:avLst/>
          </a:prstGeom>
          <a:ln>
            <a:solidFill>
              <a:srgbClr val="E4E4E7"/>
            </a:solidFill>
          </a:ln>
        </p:spPr>
      </p:pic>
      <p:sp>
        <p:nvSpPr>
          <p:cNvPr id="361" name="TextBox 11"/>
          <p:cNvSpPr txBox="1"/>
          <p:nvPr/>
        </p:nvSpPr>
        <p:spPr>
          <a:xfrm>
            <a:off x="566927" y="6327647"/>
            <a:ext cx="5486401" cy="1477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71717A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</a:lstStyle>
          <a:p>
            <a:pPr/>
            <a:r>
              <a:t>② grpData › .content</a:t>
            </a:r>
          </a:p>
        </p:txBody>
      </p:sp>
      <p:sp>
        <p:nvSpPr>
          <p:cNvPr id="362" name="TextBox 12"/>
          <p:cNvSpPr txBox="1"/>
          <p:nvPr/>
        </p:nvSpPr>
        <p:spPr>
          <a:xfrm>
            <a:off x="10058400" y="6327647"/>
            <a:ext cx="1572769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b="1" sz="900">
                <a:solidFill>
                  <a:srgbClr val="71717A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</a:lstStyle>
          <a:p>
            <a:pPr/>
            <a:r>
              <a:t>15 / 22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Rectangle 1"/>
          <p:cNvSpPr/>
          <p:nvPr/>
        </p:nvSpPr>
        <p:spPr>
          <a:xfrm>
            <a:off x="-1" y="-1"/>
            <a:ext cx="12191697" cy="91442"/>
          </a:xfrm>
          <a:prstGeom prst="rect">
            <a:avLst/>
          </a:prstGeom>
          <a:solidFill>
            <a:srgbClr val="155DF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65" name="TextBox 2"/>
          <p:cNvSpPr txBox="1"/>
          <p:nvPr/>
        </p:nvSpPr>
        <p:spPr>
          <a:xfrm>
            <a:off x="566927" y="457200"/>
            <a:ext cx="5486401" cy="1612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1000">
                <a:solidFill>
                  <a:srgbClr val="155DFC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STEP 13</a:t>
            </a:r>
            <a:r>
              <a:rPr b="0">
                <a:solidFill>
                  <a:srgbClr val="71717A"/>
                </a:solidFill>
              </a:rPr>
              <a:t>   ② grpData › .content</a:t>
            </a:r>
          </a:p>
        </p:txBody>
      </p:sp>
      <p:sp>
        <p:nvSpPr>
          <p:cNvPr id="366" name="TextBox 3"/>
          <p:cNvSpPr txBox="1"/>
          <p:nvPr/>
        </p:nvSpPr>
        <p:spPr>
          <a:xfrm>
            <a:off x="566927" y="758951"/>
            <a:ext cx="4663442" cy="8790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7999"/>
              </a:lnSpc>
              <a:defRPr b="1" sz="2500">
                <a:solidFill>
                  <a:srgbClr val="162556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t>.content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도</a:t>
            </a:r>
            <a:endParaRPr>
              <a:latin typeface="맑은 고딕"/>
              <a:ea typeface="맑은 고딕"/>
              <a:cs typeface="맑은 고딕"/>
              <a:sym typeface="맑은 고딕"/>
            </a:endParaRPr>
          </a:p>
          <a:p>
            <a:pPr>
              <a:lnSpc>
                <a:spcPct val="117999"/>
              </a:lnSpc>
              <a:defRPr b="1" sz="2500">
                <a:solidFill>
                  <a:srgbClr val="162556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폼 레이아웃으로 바꾼다</a:t>
            </a:r>
          </a:p>
        </p:txBody>
      </p:sp>
      <p:sp>
        <p:nvSpPr>
          <p:cNvPr id="367" name="TextBox 4"/>
          <p:cNvSpPr txBox="1"/>
          <p:nvPr/>
        </p:nvSpPr>
        <p:spPr>
          <a:xfrm>
            <a:off x="566928" y="1810511"/>
            <a:ext cx="4526280" cy="2147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50000"/>
              </a:lnSpc>
              <a:defRPr sz="1300">
                <a:solidFill>
                  <a:srgbClr val="3F3F46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동일하게 우클릭 </a:t>
            </a:r>
            <a:r>
              <a:t>›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레이아웃 </a:t>
            </a:r>
            <a:r>
              <a:t>›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폼 레이아웃</a:t>
            </a:r>
            <a:r>
              <a:t>.</a:t>
            </a:r>
          </a:p>
        </p:txBody>
      </p:sp>
      <p:grpSp>
        <p:nvGrpSpPr>
          <p:cNvPr id="370" name="Rounded Rectangle 5"/>
          <p:cNvGrpSpPr/>
          <p:nvPr/>
        </p:nvGrpSpPr>
        <p:grpSpPr>
          <a:xfrm>
            <a:off x="566927" y="2350007"/>
            <a:ext cx="674371" cy="310897"/>
            <a:chOff x="0" y="0"/>
            <a:chExt cx="674369" cy="310895"/>
          </a:xfrm>
        </p:grpSpPr>
        <p:sp>
          <p:nvSpPr>
            <p:cNvPr id="368" name="모서리가 둥근 직사각형"/>
            <p:cNvSpPr/>
            <p:nvPr/>
          </p:nvSpPr>
          <p:spPr>
            <a:xfrm>
              <a:off x="0" y="0"/>
              <a:ext cx="674370" cy="310896"/>
            </a:xfrm>
            <a:prstGeom prst="roundRect">
              <a:avLst>
                <a:gd name="adj" fmla="val 45000"/>
              </a:avLst>
            </a:prstGeom>
            <a:solidFill>
              <a:srgbClr val="EFF6FF"/>
            </a:solidFill>
            <a:ln w="9525" cap="flat">
              <a:solidFill>
                <a:srgbClr val="DBEAFE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369" name="우클릭"/>
            <p:cNvSpPr txBox="1"/>
            <p:nvPr/>
          </p:nvSpPr>
          <p:spPr>
            <a:xfrm>
              <a:off x="45738" y="79247"/>
              <a:ext cx="582894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b="1" sz="1000">
                  <a:solidFill>
                    <a:srgbClr val="162556"/>
                  </a:solidFill>
                  <a:latin typeface="맑은 고딕"/>
                  <a:ea typeface="맑은 고딕"/>
                  <a:cs typeface="맑은 고딕"/>
                  <a:sym typeface="맑은 고딕"/>
                </a:defRPr>
              </a:lvl1pPr>
            </a:lstStyle>
            <a:p>
              <a:pPr>
                <a:defRPr>
                  <a:latin typeface="Malgun Gothic"/>
                  <a:ea typeface="Malgun Gothic"/>
                  <a:cs typeface="Malgun Gothic"/>
                  <a:sym typeface="Malgun Gothic"/>
                </a:defRPr>
              </a:pPr>
              <a:r>
                <a:rPr>
                  <a:latin typeface="맑은 고딕"/>
                  <a:ea typeface="맑은 고딕"/>
                  <a:cs typeface="맑은 고딕"/>
                  <a:sym typeface="맑은 고딕"/>
                </a:rPr>
                <a:t>우클릭</a:t>
              </a:r>
            </a:p>
          </p:txBody>
        </p:sp>
      </p:grpSp>
      <p:grpSp>
        <p:nvGrpSpPr>
          <p:cNvPr id="373" name="Rounded Rectangle 6"/>
          <p:cNvGrpSpPr/>
          <p:nvPr/>
        </p:nvGrpSpPr>
        <p:grpSpPr>
          <a:xfrm>
            <a:off x="1323594" y="2350007"/>
            <a:ext cx="1014413" cy="310897"/>
            <a:chOff x="0" y="0"/>
            <a:chExt cx="1014412" cy="310895"/>
          </a:xfrm>
        </p:grpSpPr>
        <p:sp>
          <p:nvSpPr>
            <p:cNvPr id="371" name="모서리가 둥근 직사각형"/>
            <p:cNvSpPr/>
            <p:nvPr/>
          </p:nvSpPr>
          <p:spPr>
            <a:xfrm>
              <a:off x="0" y="0"/>
              <a:ext cx="1014413" cy="310896"/>
            </a:xfrm>
            <a:prstGeom prst="roundRect">
              <a:avLst>
                <a:gd name="adj" fmla="val 45000"/>
              </a:avLst>
            </a:prstGeom>
            <a:solidFill>
              <a:srgbClr val="EFF6FF"/>
            </a:solidFill>
            <a:ln w="9525" cap="flat">
              <a:solidFill>
                <a:srgbClr val="DBEAFE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372" name="폼 레이아웃"/>
            <p:cNvSpPr txBox="1"/>
            <p:nvPr/>
          </p:nvSpPr>
          <p:spPr>
            <a:xfrm>
              <a:off x="45738" y="74801"/>
              <a:ext cx="922936" cy="16129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b="1" sz="1000">
                  <a:solidFill>
                    <a:srgbClr val="162556"/>
                  </a:solidFill>
                  <a:latin typeface="맑은 고딕"/>
                  <a:ea typeface="맑은 고딕"/>
                  <a:cs typeface="맑은 고딕"/>
                  <a:sym typeface="맑은 고딕"/>
                </a:defRPr>
              </a:lvl1pPr>
            </a:lstStyle>
            <a:p>
              <a:pPr>
                <a:defRPr>
                  <a:latin typeface="Malgun Gothic"/>
                  <a:ea typeface="Malgun Gothic"/>
                  <a:cs typeface="Malgun Gothic"/>
                  <a:sym typeface="Malgun Gothic"/>
                </a:defRPr>
              </a:pPr>
              <a:r>
                <a:rPr>
                  <a:latin typeface="맑은 고딕"/>
                  <a:ea typeface="맑은 고딕"/>
                  <a:cs typeface="맑은 고딕"/>
                  <a:sym typeface="맑은 고딕"/>
                </a:rPr>
                <a:t>폼 레이아웃</a:t>
              </a:r>
            </a:p>
          </p:txBody>
        </p:sp>
      </p:grpSp>
      <p:sp>
        <p:nvSpPr>
          <p:cNvPr id="374" name="Oval 7"/>
          <p:cNvSpPr/>
          <p:nvPr/>
        </p:nvSpPr>
        <p:spPr>
          <a:xfrm>
            <a:off x="603504" y="3058667"/>
            <a:ext cx="77725" cy="77725"/>
          </a:xfrm>
          <a:prstGeom prst="ellipse">
            <a:avLst/>
          </a:prstGeom>
          <a:solidFill>
            <a:srgbClr val="155DF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75" name="TextBox 8"/>
          <p:cNvSpPr txBox="1"/>
          <p:nvPr/>
        </p:nvSpPr>
        <p:spPr>
          <a:xfrm>
            <a:off x="841248" y="2953511"/>
            <a:ext cx="4251960" cy="190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45000"/>
              </a:lnSpc>
              <a:defRPr sz="1200">
                <a:solidFill>
                  <a:srgbClr val="3F3F46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그리드를 직접 감싸고 있는 그룹이라 이 단계가 핵심입니다</a:t>
            </a:r>
            <a:r>
              <a:t>.</a:t>
            </a:r>
          </a:p>
        </p:txBody>
      </p:sp>
      <p:sp>
        <p:nvSpPr>
          <p:cNvPr id="376" name="Oval 9"/>
          <p:cNvSpPr/>
          <p:nvPr/>
        </p:nvSpPr>
        <p:spPr>
          <a:xfrm>
            <a:off x="603504" y="3698747"/>
            <a:ext cx="77725" cy="77725"/>
          </a:xfrm>
          <a:prstGeom prst="ellipse">
            <a:avLst/>
          </a:prstGeom>
          <a:solidFill>
            <a:srgbClr val="155DF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77" name="TextBox 10"/>
          <p:cNvSpPr txBox="1"/>
          <p:nvPr/>
        </p:nvSpPr>
        <p:spPr>
          <a:xfrm>
            <a:off x="841248" y="3593591"/>
            <a:ext cx="4251960" cy="4667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45000"/>
              </a:lnSpc>
              <a:defRPr sz="1200">
                <a:solidFill>
                  <a:srgbClr val="3F3F46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폼</a:t>
            </a:r>
            <a:r>
              <a:t>(form-base)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만 들어 있는 </a:t>
            </a:r>
            <a:r>
              <a:t>.content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는 버티컬 레이아웃 그대로 둡니다</a:t>
            </a:r>
            <a:r>
              <a:t>.</a:t>
            </a:r>
          </a:p>
        </p:txBody>
      </p:sp>
      <p:pic>
        <p:nvPicPr>
          <p:cNvPr id="378" name="Picture 11" descr="Picture 1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444670" y="960119"/>
            <a:ext cx="4283090" cy="5074922"/>
          </a:xfrm>
          <a:prstGeom prst="rect">
            <a:avLst/>
          </a:prstGeom>
          <a:ln>
            <a:solidFill>
              <a:srgbClr val="E4E4E7"/>
            </a:solidFill>
          </a:ln>
        </p:spPr>
      </p:pic>
      <p:sp>
        <p:nvSpPr>
          <p:cNvPr id="379" name="TextBox 12"/>
          <p:cNvSpPr txBox="1"/>
          <p:nvPr/>
        </p:nvSpPr>
        <p:spPr>
          <a:xfrm>
            <a:off x="566927" y="6327647"/>
            <a:ext cx="5486401" cy="1477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71717A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</a:lstStyle>
          <a:p>
            <a:pPr/>
            <a:r>
              <a:t>② grpData › .content</a:t>
            </a:r>
          </a:p>
        </p:txBody>
      </p:sp>
      <p:sp>
        <p:nvSpPr>
          <p:cNvPr id="380" name="TextBox 13"/>
          <p:cNvSpPr txBox="1"/>
          <p:nvPr/>
        </p:nvSpPr>
        <p:spPr>
          <a:xfrm>
            <a:off x="10058400" y="6327647"/>
            <a:ext cx="1572769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b="1" sz="900">
                <a:solidFill>
                  <a:srgbClr val="71717A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</a:lstStyle>
          <a:p>
            <a:pPr/>
            <a:r>
              <a:t>16 / 22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Rectangle 1"/>
          <p:cNvSpPr/>
          <p:nvPr/>
        </p:nvSpPr>
        <p:spPr>
          <a:xfrm>
            <a:off x="-1" y="-1"/>
            <a:ext cx="12191697" cy="91442"/>
          </a:xfrm>
          <a:prstGeom prst="rect">
            <a:avLst/>
          </a:prstGeom>
          <a:solidFill>
            <a:srgbClr val="155DF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83" name="TextBox 2"/>
          <p:cNvSpPr txBox="1"/>
          <p:nvPr/>
        </p:nvSpPr>
        <p:spPr>
          <a:xfrm>
            <a:off x="566927" y="457200"/>
            <a:ext cx="7315201" cy="1612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1000">
                <a:solidFill>
                  <a:srgbClr val="155DFC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STEP 14</a:t>
            </a:r>
            <a:r>
              <a:rPr b="0">
                <a:solidFill>
                  <a:srgbClr val="71717A"/>
                </a:solidFill>
              </a:rPr>
              <a:t>   ② grpData › .content</a:t>
            </a:r>
          </a:p>
        </p:txBody>
      </p:sp>
      <p:sp>
        <p:nvSpPr>
          <p:cNvPr id="384" name="TextBox 3"/>
          <p:cNvSpPr txBox="1"/>
          <p:nvPr/>
        </p:nvSpPr>
        <p:spPr>
          <a:xfrm>
            <a:off x="566928" y="786383"/>
            <a:ext cx="7824786" cy="3896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2400">
                <a:solidFill>
                  <a:srgbClr val="162556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>
              <a:defRPr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행 수와 간격을 지정한다</a:t>
            </a:r>
          </a:p>
        </p:txBody>
      </p:sp>
      <p:sp>
        <p:nvSpPr>
          <p:cNvPr id="385" name="TextBox 4"/>
          <p:cNvSpPr txBox="1"/>
          <p:nvPr/>
        </p:nvSpPr>
        <p:spPr>
          <a:xfrm>
            <a:off x="566927" y="1316736"/>
            <a:ext cx="10058401" cy="2147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40000"/>
              </a:lnSpc>
              <a:defRPr sz="1300">
                <a:solidFill>
                  <a:srgbClr val="3F3F46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타이틀 박스와 그리드가 들어갈 행을 만듭니다</a:t>
            </a:r>
            <a:r>
              <a:t>.</a:t>
            </a:r>
          </a:p>
        </p:txBody>
      </p:sp>
      <p:grpSp>
        <p:nvGrpSpPr>
          <p:cNvPr id="388" name="Rounded Rectangle 5"/>
          <p:cNvGrpSpPr/>
          <p:nvPr/>
        </p:nvGrpSpPr>
        <p:grpSpPr>
          <a:xfrm>
            <a:off x="8647747" y="804672"/>
            <a:ext cx="687705" cy="310897"/>
            <a:chOff x="0" y="0"/>
            <a:chExt cx="687704" cy="310895"/>
          </a:xfrm>
        </p:grpSpPr>
        <p:sp>
          <p:nvSpPr>
            <p:cNvPr id="386" name="모서리가 둥근 직사각형"/>
            <p:cNvSpPr/>
            <p:nvPr/>
          </p:nvSpPr>
          <p:spPr>
            <a:xfrm>
              <a:off x="0" y="0"/>
              <a:ext cx="687705" cy="310896"/>
            </a:xfrm>
            <a:prstGeom prst="roundRect">
              <a:avLst>
                <a:gd name="adj" fmla="val 45000"/>
              </a:avLst>
            </a:prstGeom>
            <a:solidFill>
              <a:srgbClr val="EFF6FF"/>
            </a:solidFill>
            <a:ln w="9525" cap="flat">
              <a:solidFill>
                <a:srgbClr val="DBEAFE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387" name="여백 0"/>
            <p:cNvSpPr txBox="1"/>
            <p:nvPr/>
          </p:nvSpPr>
          <p:spPr>
            <a:xfrm>
              <a:off x="45738" y="74801"/>
              <a:ext cx="596228" cy="16129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b="1" sz="1000">
                  <a:solidFill>
                    <a:srgbClr val="162556"/>
                  </a:solidFill>
                  <a:latin typeface="Malgun Gothic"/>
                  <a:ea typeface="Malgun Gothic"/>
                  <a:cs typeface="Malgun Gothic"/>
                  <a:sym typeface="Malgun Gothic"/>
                </a:defRPr>
              </a:pPr>
              <a:r>
                <a:rPr>
                  <a:latin typeface="맑은 고딕"/>
                  <a:ea typeface="맑은 고딕"/>
                  <a:cs typeface="맑은 고딕"/>
                  <a:sym typeface="맑은 고딕"/>
                </a:rPr>
                <a:t>여백 </a:t>
              </a:r>
              <a:r>
                <a:t>0</a:t>
              </a:r>
            </a:p>
          </p:txBody>
        </p:sp>
      </p:grpSp>
      <p:grpSp>
        <p:nvGrpSpPr>
          <p:cNvPr id="391" name="Rounded Rectangle 6"/>
          <p:cNvGrpSpPr/>
          <p:nvPr/>
        </p:nvGrpSpPr>
        <p:grpSpPr>
          <a:xfrm>
            <a:off x="9417747" y="804672"/>
            <a:ext cx="761048" cy="310897"/>
            <a:chOff x="0" y="0"/>
            <a:chExt cx="761047" cy="310895"/>
          </a:xfrm>
        </p:grpSpPr>
        <p:sp>
          <p:nvSpPr>
            <p:cNvPr id="389" name="모서리가 둥근 직사각형"/>
            <p:cNvSpPr/>
            <p:nvPr/>
          </p:nvSpPr>
          <p:spPr>
            <a:xfrm>
              <a:off x="0" y="0"/>
              <a:ext cx="761048" cy="310896"/>
            </a:xfrm>
            <a:prstGeom prst="roundRect">
              <a:avLst>
                <a:gd name="adj" fmla="val 45000"/>
              </a:avLst>
            </a:prstGeom>
            <a:solidFill>
              <a:srgbClr val="EFF6FF"/>
            </a:solidFill>
            <a:ln w="9525" cap="flat">
              <a:solidFill>
                <a:srgbClr val="DBEAFE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390" name="간격 18"/>
            <p:cNvSpPr txBox="1"/>
            <p:nvPr/>
          </p:nvSpPr>
          <p:spPr>
            <a:xfrm>
              <a:off x="45738" y="74801"/>
              <a:ext cx="669571" cy="16129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b="1" sz="1000">
                  <a:solidFill>
                    <a:srgbClr val="162556"/>
                  </a:solidFill>
                  <a:latin typeface="Malgun Gothic"/>
                  <a:ea typeface="Malgun Gothic"/>
                  <a:cs typeface="Malgun Gothic"/>
                  <a:sym typeface="Malgun Gothic"/>
                </a:defRPr>
              </a:pPr>
              <a:r>
                <a:rPr>
                  <a:latin typeface="맑은 고딕"/>
                  <a:ea typeface="맑은 고딕"/>
                  <a:cs typeface="맑은 고딕"/>
                  <a:sym typeface="맑은 고딕"/>
                </a:rPr>
                <a:t>간격 </a:t>
              </a:r>
              <a:r>
                <a:t>18</a:t>
              </a:r>
            </a:p>
          </p:txBody>
        </p:sp>
      </p:grpSp>
      <p:grpSp>
        <p:nvGrpSpPr>
          <p:cNvPr id="394" name="Rounded Rectangle 7"/>
          <p:cNvGrpSpPr/>
          <p:nvPr/>
        </p:nvGrpSpPr>
        <p:grpSpPr>
          <a:xfrm>
            <a:off x="10261092" y="804672"/>
            <a:ext cx="1287781" cy="310897"/>
            <a:chOff x="0" y="0"/>
            <a:chExt cx="1287780" cy="310895"/>
          </a:xfrm>
        </p:grpSpPr>
        <p:sp>
          <p:nvSpPr>
            <p:cNvPr id="392" name="모서리가 둥근 직사각형"/>
            <p:cNvSpPr/>
            <p:nvPr/>
          </p:nvSpPr>
          <p:spPr>
            <a:xfrm>
              <a:off x="0" y="0"/>
              <a:ext cx="1287781" cy="310896"/>
            </a:xfrm>
            <a:prstGeom prst="roundRect">
              <a:avLst>
                <a:gd name="adj" fmla="val 45000"/>
              </a:avLst>
            </a:prstGeom>
            <a:solidFill>
              <a:srgbClr val="EFF6FF"/>
            </a:solidFill>
            <a:ln w="9525" cap="flat">
              <a:solidFill>
                <a:srgbClr val="DBEAFE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393" name="→ h 24 / v 18"/>
            <p:cNvSpPr txBox="1"/>
            <p:nvPr/>
          </p:nvSpPr>
          <p:spPr>
            <a:xfrm>
              <a:off x="45738" y="78038"/>
              <a:ext cx="1196304" cy="15482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b="1" sz="1000">
                  <a:solidFill>
                    <a:srgbClr val="162556"/>
                  </a:solidFill>
                  <a:latin typeface="Malgun Gothic"/>
                  <a:ea typeface="Malgun Gothic"/>
                  <a:cs typeface="Malgun Gothic"/>
                  <a:sym typeface="Malgun Gothic"/>
                </a:defRPr>
              </a:lvl1pPr>
            </a:lstStyle>
            <a:p>
              <a:pPr/>
              <a:r>
                <a:t>→ h 24 / v 18</a:t>
              </a:r>
            </a:p>
          </p:txBody>
        </p:sp>
      </p:grpSp>
      <p:sp>
        <p:nvSpPr>
          <p:cNvPr id="395" name="TextBox 8"/>
          <p:cNvSpPr txBox="1"/>
          <p:nvPr/>
        </p:nvSpPr>
        <p:spPr>
          <a:xfrm>
            <a:off x="566928" y="1673351"/>
            <a:ext cx="10881360" cy="1748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40000"/>
              </a:lnSpc>
              <a:defRPr sz="1100">
                <a:solidFill>
                  <a:srgbClr val="71717A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t>·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열 </a:t>
            </a:r>
            <a:r>
              <a:t>1 ·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행은 안에 들어갈 컨트롤 수만큼    </a:t>
            </a:r>
            <a:r>
              <a:t>·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간격 </a:t>
            </a:r>
            <a:r>
              <a:t>18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로 만든 뒤</a:t>
            </a:r>
            <a:r>
              <a:t>, Properties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에서 </a:t>
            </a:r>
            <a:r>
              <a:t>horizontalSpacing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만 </a:t>
            </a:r>
            <a:r>
              <a:t>24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로 올립니다</a:t>
            </a:r>
            <a:r>
              <a:t>.    ·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최종 표준은 가로 </a:t>
            </a:r>
            <a:r>
              <a:t>24px ·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세로 </a:t>
            </a:r>
            <a:r>
              <a:t>18px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입니다</a:t>
            </a:r>
            <a:r>
              <a:t>.</a:t>
            </a:r>
          </a:p>
        </p:txBody>
      </p:sp>
      <p:pic>
        <p:nvPicPr>
          <p:cNvPr id="396" name="Picture 9" descr="Picture 9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654785" y="2368295"/>
            <a:ext cx="8888525" cy="3776472"/>
          </a:xfrm>
          <a:prstGeom prst="rect">
            <a:avLst/>
          </a:prstGeom>
          <a:ln>
            <a:solidFill>
              <a:srgbClr val="E4E4E7"/>
            </a:solidFill>
          </a:ln>
        </p:spPr>
      </p:pic>
      <p:sp>
        <p:nvSpPr>
          <p:cNvPr id="397" name="TextBox 10"/>
          <p:cNvSpPr txBox="1"/>
          <p:nvPr/>
        </p:nvSpPr>
        <p:spPr>
          <a:xfrm>
            <a:off x="566927" y="6327647"/>
            <a:ext cx="5486401" cy="1477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71717A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</a:lstStyle>
          <a:p>
            <a:pPr/>
            <a:r>
              <a:t>② grpData › .content</a:t>
            </a:r>
          </a:p>
        </p:txBody>
      </p:sp>
      <p:sp>
        <p:nvSpPr>
          <p:cNvPr id="398" name="TextBox 11"/>
          <p:cNvSpPr txBox="1"/>
          <p:nvPr/>
        </p:nvSpPr>
        <p:spPr>
          <a:xfrm>
            <a:off x="10058400" y="6327647"/>
            <a:ext cx="1572769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b="1" sz="900">
                <a:solidFill>
                  <a:srgbClr val="71717A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</a:lstStyle>
          <a:p>
            <a:pPr/>
            <a:r>
              <a:t>17 / 22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Rectangle 1"/>
          <p:cNvSpPr/>
          <p:nvPr/>
        </p:nvSpPr>
        <p:spPr>
          <a:xfrm>
            <a:off x="-1" y="-1"/>
            <a:ext cx="12191697" cy="91442"/>
          </a:xfrm>
          <a:prstGeom prst="rect">
            <a:avLst/>
          </a:prstGeom>
          <a:solidFill>
            <a:srgbClr val="155DF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01" name="TextBox 2"/>
          <p:cNvSpPr txBox="1"/>
          <p:nvPr/>
        </p:nvSpPr>
        <p:spPr>
          <a:xfrm>
            <a:off x="566927" y="457200"/>
            <a:ext cx="7315201" cy="1612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1000">
                <a:solidFill>
                  <a:srgbClr val="155DFC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STEP 15</a:t>
            </a:r>
            <a:r>
              <a:rPr b="0">
                <a:solidFill>
                  <a:srgbClr val="71717A"/>
                </a:solidFill>
              </a:rPr>
              <a:t>   ② grpData › .content</a:t>
            </a:r>
          </a:p>
        </p:txBody>
      </p:sp>
      <p:sp>
        <p:nvSpPr>
          <p:cNvPr id="402" name="TextBox 3"/>
          <p:cNvSpPr txBox="1"/>
          <p:nvPr/>
        </p:nvSpPr>
        <p:spPr>
          <a:xfrm>
            <a:off x="566928" y="786383"/>
            <a:ext cx="8574786" cy="3896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2400">
                <a:solidFill>
                  <a:srgbClr val="162556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타이틀 행을 </a:t>
            </a:r>
            <a:r>
              <a:t>36px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로 지정한다</a:t>
            </a:r>
          </a:p>
        </p:txBody>
      </p:sp>
      <p:sp>
        <p:nvSpPr>
          <p:cNvPr id="403" name="TextBox 4"/>
          <p:cNvSpPr txBox="1"/>
          <p:nvPr/>
        </p:nvSpPr>
        <p:spPr>
          <a:xfrm>
            <a:off x="566927" y="1316736"/>
            <a:ext cx="10058401" cy="2147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40000"/>
              </a:lnSpc>
              <a:defRPr sz="1300">
                <a:solidFill>
                  <a:srgbClr val="3F3F46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t>content-title-box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가 들어가는 첫 행입니다</a:t>
            </a:r>
            <a:r>
              <a:t>.</a:t>
            </a:r>
          </a:p>
        </p:txBody>
      </p:sp>
      <p:grpSp>
        <p:nvGrpSpPr>
          <p:cNvPr id="406" name="Rounded Rectangle 5"/>
          <p:cNvGrpSpPr/>
          <p:nvPr/>
        </p:nvGrpSpPr>
        <p:grpSpPr>
          <a:xfrm>
            <a:off x="9397745" y="804672"/>
            <a:ext cx="641033" cy="310897"/>
            <a:chOff x="0" y="0"/>
            <a:chExt cx="641031" cy="310895"/>
          </a:xfrm>
        </p:grpSpPr>
        <p:sp>
          <p:nvSpPr>
            <p:cNvPr id="404" name="모서리가 둥근 직사각형"/>
            <p:cNvSpPr/>
            <p:nvPr/>
          </p:nvSpPr>
          <p:spPr>
            <a:xfrm>
              <a:off x="0" y="0"/>
              <a:ext cx="641032" cy="310896"/>
            </a:xfrm>
            <a:prstGeom prst="roundRect">
              <a:avLst>
                <a:gd name="adj" fmla="val 45000"/>
              </a:avLst>
            </a:prstGeom>
            <a:solidFill>
              <a:srgbClr val="EFF6FF"/>
            </a:solidFill>
            <a:ln w="9525" cap="flat">
              <a:solidFill>
                <a:srgbClr val="DBEAFE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405" name="36 PX"/>
            <p:cNvSpPr txBox="1"/>
            <p:nvPr/>
          </p:nvSpPr>
          <p:spPr>
            <a:xfrm>
              <a:off x="45738" y="79247"/>
              <a:ext cx="549556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b="1" sz="1000">
                  <a:solidFill>
                    <a:srgbClr val="162556"/>
                  </a:solidFill>
                  <a:latin typeface="Malgun Gothic"/>
                  <a:ea typeface="Malgun Gothic"/>
                  <a:cs typeface="Malgun Gothic"/>
                  <a:sym typeface="Malgun Gothic"/>
                </a:defRPr>
              </a:lvl1pPr>
            </a:lstStyle>
            <a:p>
              <a:pPr/>
              <a:r>
                <a:t>36 PX</a:t>
              </a:r>
            </a:p>
          </p:txBody>
        </p:sp>
      </p:grpSp>
      <p:grpSp>
        <p:nvGrpSpPr>
          <p:cNvPr id="409" name="Rounded Rectangle 6"/>
          <p:cNvGrpSpPr/>
          <p:nvPr/>
        </p:nvGrpSpPr>
        <p:grpSpPr>
          <a:xfrm>
            <a:off x="10121073" y="804672"/>
            <a:ext cx="1427798" cy="310897"/>
            <a:chOff x="0" y="0"/>
            <a:chExt cx="1427796" cy="310895"/>
          </a:xfrm>
        </p:grpSpPr>
        <p:sp>
          <p:nvSpPr>
            <p:cNvPr id="407" name="모서리가 둥근 직사각형"/>
            <p:cNvSpPr/>
            <p:nvPr/>
          </p:nvSpPr>
          <p:spPr>
            <a:xfrm>
              <a:off x="0" y="0"/>
              <a:ext cx="1427797" cy="310896"/>
            </a:xfrm>
            <a:prstGeom prst="roundRect">
              <a:avLst>
                <a:gd name="adj" fmla="val 45000"/>
              </a:avLst>
            </a:prstGeom>
            <a:solidFill>
              <a:srgbClr val="EFF6FF"/>
            </a:solidFill>
            <a:ln w="9525" cap="flat">
              <a:solidFill>
                <a:srgbClr val="DBEAFE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408" name="자동 크기 사용 ✓"/>
            <p:cNvSpPr txBox="1"/>
            <p:nvPr/>
          </p:nvSpPr>
          <p:spPr>
            <a:xfrm>
              <a:off x="45738" y="73592"/>
              <a:ext cx="1336321" cy="16371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b="1" sz="1000">
                  <a:solidFill>
                    <a:srgbClr val="162556"/>
                  </a:solidFill>
                  <a:latin typeface="맑은 고딕"/>
                  <a:ea typeface="맑은 고딕"/>
                  <a:cs typeface="맑은 고딕"/>
                  <a:sym typeface="맑은 고딕"/>
                </a:defRPr>
              </a:lvl1pPr>
            </a:lstStyle>
            <a:p>
              <a:pPr>
                <a:defRPr>
                  <a:latin typeface="Malgun Gothic"/>
                  <a:ea typeface="Malgun Gothic"/>
                  <a:cs typeface="Malgun Gothic"/>
                  <a:sym typeface="Malgun Gothic"/>
                </a:defRPr>
              </a:pPr>
              <a:r>
                <a:rPr>
                  <a:latin typeface="맑은 고딕"/>
                  <a:ea typeface="맑은 고딕"/>
                  <a:cs typeface="맑은 고딕"/>
                  <a:sym typeface="맑은 고딕"/>
                </a:rPr>
                <a:t>자동 크기 사용 ✓</a:t>
              </a:r>
            </a:p>
          </p:txBody>
        </p:sp>
      </p:grpSp>
      <p:sp>
        <p:nvSpPr>
          <p:cNvPr id="410" name="TextBox 7"/>
          <p:cNvSpPr txBox="1"/>
          <p:nvPr/>
        </p:nvSpPr>
        <p:spPr>
          <a:xfrm>
            <a:off x="566928" y="1673351"/>
            <a:ext cx="10881360" cy="1748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40000"/>
              </a:lnSpc>
              <a:defRPr sz="1100">
                <a:solidFill>
                  <a:srgbClr val="71717A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t>·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크기 </a:t>
            </a:r>
            <a:r>
              <a:t>36 · PX ·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자동 크기 사용 체크    </a:t>
            </a:r>
            <a:r>
              <a:t>·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타이틀을 숨긴 화면에서도 높이가 남지 않습니다</a:t>
            </a:r>
            <a:r>
              <a:t>.</a:t>
            </a:r>
          </a:p>
        </p:txBody>
      </p:sp>
      <p:pic>
        <p:nvPicPr>
          <p:cNvPr id="411" name="Picture 8" descr="Picture 8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235738" y="2121407"/>
            <a:ext cx="7726618" cy="3236977"/>
          </a:xfrm>
          <a:prstGeom prst="rect">
            <a:avLst/>
          </a:prstGeom>
          <a:ln>
            <a:solidFill>
              <a:srgbClr val="E4E4E7"/>
            </a:solidFill>
          </a:ln>
        </p:spPr>
      </p:pic>
      <p:sp>
        <p:nvSpPr>
          <p:cNvPr id="412" name="Rounded Rectangle 9"/>
          <p:cNvSpPr/>
          <p:nvPr/>
        </p:nvSpPr>
        <p:spPr>
          <a:xfrm>
            <a:off x="4678378" y="3233795"/>
            <a:ext cx="1100531" cy="313662"/>
          </a:xfrm>
          <a:prstGeom prst="roundRect">
            <a:avLst>
              <a:gd name="adj" fmla="val 20000"/>
            </a:avLst>
          </a:prstGeom>
          <a:ln w="28575">
            <a:solidFill>
              <a:srgbClr val="FE9A00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13" name="Rectangle 10"/>
          <p:cNvSpPr/>
          <p:nvPr/>
        </p:nvSpPr>
        <p:spPr>
          <a:xfrm>
            <a:off x="566927" y="5449823"/>
            <a:ext cx="11064242" cy="658369"/>
          </a:xfrm>
          <a:prstGeom prst="rect">
            <a:avLst/>
          </a:prstGeom>
          <a:solidFill>
            <a:srgbClr val="FEFAEB"/>
          </a:solidFill>
          <a:ln w="12700">
            <a:solidFill>
              <a:srgbClr val="FE9A00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14" name="Rectangle 11"/>
          <p:cNvSpPr/>
          <p:nvPr/>
        </p:nvSpPr>
        <p:spPr>
          <a:xfrm>
            <a:off x="566927" y="5449823"/>
            <a:ext cx="64009" cy="658369"/>
          </a:xfrm>
          <a:prstGeom prst="rect">
            <a:avLst/>
          </a:prstGeom>
          <a:solidFill>
            <a:srgbClr val="FE9A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15" name="TextBox 12"/>
          <p:cNvSpPr txBox="1"/>
          <p:nvPr/>
        </p:nvSpPr>
        <p:spPr>
          <a:xfrm>
            <a:off x="877824" y="5692902"/>
            <a:ext cx="10515601" cy="190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5000"/>
              </a:lnSpc>
              <a:defRPr b="1" sz="1200">
                <a:solidFill>
                  <a:srgbClr val="8E6A00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자동 크기 사용  </a:t>
            </a:r>
            <a:r>
              <a:rPr b="0">
                <a:solidFill>
                  <a:srgbClr val="3F3F46"/>
                </a:solidFill>
                <a:latin typeface="맑은 고딕"/>
                <a:ea typeface="맑은 고딕"/>
                <a:cs typeface="맑은 고딕"/>
                <a:sym typeface="맑은 고딕"/>
              </a:rPr>
              <a:t>체크해 두면 타이틀을 숨긴 화면에서 </a:t>
            </a:r>
            <a:r>
              <a:rPr b="0">
                <a:solidFill>
                  <a:srgbClr val="3F3F46"/>
                </a:solidFill>
              </a:rPr>
              <a:t>36px </a:t>
            </a:r>
            <a:r>
              <a:rPr b="0">
                <a:solidFill>
                  <a:srgbClr val="3F3F46"/>
                </a:solidFill>
                <a:latin typeface="맑은 고딕"/>
                <a:ea typeface="맑은 고딕"/>
                <a:cs typeface="맑은 고딕"/>
                <a:sym typeface="맑은 고딕"/>
              </a:rPr>
              <a:t>자리가 빈칸으로 남지 않습니다</a:t>
            </a:r>
            <a:r>
              <a:rPr b="0">
                <a:solidFill>
                  <a:srgbClr val="3F3F46"/>
                </a:solidFill>
              </a:rPr>
              <a:t>.</a:t>
            </a:r>
          </a:p>
        </p:txBody>
      </p:sp>
      <p:sp>
        <p:nvSpPr>
          <p:cNvPr id="416" name="TextBox 13"/>
          <p:cNvSpPr txBox="1"/>
          <p:nvPr/>
        </p:nvSpPr>
        <p:spPr>
          <a:xfrm>
            <a:off x="566927" y="6327647"/>
            <a:ext cx="5486401" cy="1477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71717A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</a:lstStyle>
          <a:p>
            <a:pPr/>
            <a:r>
              <a:t>② grpData › .content</a:t>
            </a:r>
          </a:p>
        </p:txBody>
      </p:sp>
      <p:sp>
        <p:nvSpPr>
          <p:cNvPr id="417" name="TextBox 14"/>
          <p:cNvSpPr txBox="1"/>
          <p:nvPr/>
        </p:nvSpPr>
        <p:spPr>
          <a:xfrm>
            <a:off x="10058400" y="6327647"/>
            <a:ext cx="1572769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b="1" sz="900">
                <a:solidFill>
                  <a:srgbClr val="71717A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</a:lstStyle>
          <a:p>
            <a:pPr/>
            <a:r>
              <a:t>18 / 22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Rectangle 1"/>
          <p:cNvSpPr/>
          <p:nvPr/>
        </p:nvSpPr>
        <p:spPr>
          <a:xfrm>
            <a:off x="-1" y="-1"/>
            <a:ext cx="12191697" cy="91442"/>
          </a:xfrm>
          <a:prstGeom prst="rect">
            <a:avLst/>
          </a:prstGeom>
          <a:solidFill>
            <a:srgbClr val="155DF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20" name="TextBox 2"/>
          <p:cNvSpPr txBox="1"/>
          <p:nvPr/>
        </p:nvSpPr>
        <p:spPr>
          <a:xfrm>
            <a:off x="566927" y="457200"/>
            <a:ext cx="7315201" cy="1612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1000">
                <a:solidFill>
                  <a:srgbClr val="155DFC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STEP 16</a:t>
            </a:r>
            <a:r>
              <a:rPr b="0">
                <a:solidFill>
                  <a:srgbClr val="71717A"/>
                </a:solidFill>
              </a:rPr>
              <a:t>   ② grpData › .content</a:t>
            </a:r>
          </a:p>
        </p:txBody>
      </p:sp>
      <p:sp>
        <p:nvSpPr>
          <p:cNvPr id="421" name="TextBox 3"/>
          <p:cNvSpPr txBox="1"/>
          <p:nvPr/>
        </p:nvSpPr>
        <p:spPr>
          <a:xfrm>
            <a:off x="566928" y="786383"/>
            <a:ext cx="10158222" cy="3896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2400">
                <a:solidFill>
                  <a:srgbClr val="162556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그리드 행을 </a:t>
            </a:r>
            <a:r>
              <a:t>1 FR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로 지정한다</a:t>
            </a:r>
          </a:p>
        </p:txBody>
      </p:sp>
      <p:sp>
        <p:nvSpPr>
          <p:cNvPr id="422" name="TextBox 4"/>
          <p:cNvSpPr txBox="1"/>
          <p:nvPr/>
        </p:nvSpPr>
        <p:spPr>
          <a:xfrm>
            <a:off x="566927" y="1316736"/>
            <a:ext cx="10058401" cy="2147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40000"/>
              </a:lnSpc>
              <a:defRPr sz="1300">
                <a:solidFill>
                  <a:srgbClr val="3F3F46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이 설정이 그리드를 화면 끝까지 채웁니다</a:t>
            </a:r>
            <a:r>
              <a:t>.</a:t>
            </a:r>
          </a:p>
        </p:txBody>
      </p:sp>
      <p:grpSp>
        <p:nvGrpSpPr>
          <p:cNvPr id="425" name="Rounded Rectangle 5"/>
          <p:cNvGrpSpPr/>
          <p:nvPr/>
        </p:nvGrpSpPr>
        <p:grpSpPr>
          <a:xfrm>
            <a:off x="10981181" y="804672"/>
            <a:ext cx="567691" cy="310897"/>
            <a:chOff x="0" y="0"/>
            <a:chExt cx="567690" cy="310895"/>
          </a:xfrm>
        </p:grpSpPr>
        <p:sp>
          <p:nvSpPr>
            <p:cNvPr id="423" name="모서리가 둥근 직사각형"/>
            <p:cNvSpPr/>
            <p:nvPr/>
          </p:nvSpPr>
          <p:spPr>
            <a:xfrm>
              <a:off x="0" y="0"/>
              <a:ext cx="567691" cy="310896"/>
            </a:xfrm>
            <a:prstGeom prst="roundRect">
              <a:avLst>
                <a:gd name="adj" fmla="val 45000"/>
              </a:avLst>
            </a:prstGeom>
            <a:solidFill>
              <a:srgbClr val="EFF6FF"/>
            </a:solidFill>
            <a:ln w="9525" cap="flat">
              <a:solidFill>
                <a:srgbClr val="DBEAFE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424" name="1 FR"/>
            <p:cNvSpPr txBox="1"/>
            <p:nvPr/>
          </p:nvSpPr>
          <p:spPr>
            <a:xfrm>
              <a:off x="45738" y="79247"/>
              <a:ext cx="476214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b="1" sz="1000">
                  <a:solidFill>
                    <a:srgbClr val="162556"/>
                  </a:solidFill>
                  <a:latin typeface="Malgun Gothic"/>
                  <a:ea typeface="Malgun Gothic"/>
                  <a:cs typeface="Malgun Gothic"/>
                  <a:sym typeface="Malgun Gothic"/>
                </a:defRPr>
              </a:lvl1pPr>
            </a:lstStyle>
            <a:p>
              <a:pPr/>
              <a:r>
                <a:t>1 FR</a:t>
              </a:r>
            </a:p>
          </p:txBody>
        </p:sp>
      </p:grpSp>
      <p:sp>
        <p:nvSpPr>
          <p:cNvPr id="426" name="TextBox 6"/>
          <p:cNvSpPr txBox="1"/>
          <p:nvPr/>
        </p:nvSpPr>
        <p:spPr>
          <a:xfrm>
            <a:off x="566928" y="1673351"/>
            <a:ext cx="10881360" cy="1748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40000"/>
              </a:lnSpc>
              <a:defRPr sz="1100">
                <a:solidFill>
                  <a:srgbClr val="71717A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t>·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크기 </a:t>
            </a:r>
            <a:r>
              <a:t>1 ·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단위 </a:t>
            </a:r>
            <a:r>
              <a:t>FR    · FR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을 선택하면 자동 크기 사용 체크는 사라집니다</a:t>
            </a:r>
            <a:r>
              <a:t>.</a:t>
            </a:r>
          </a:p>
        </p:txBody>
      </p:sp>
      <p:pic>
        <p:nvPicPr>
          <p:cNvPr id="427" name="Picture 7" descr="Picture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366485" y="2121407"/>
            <a:ext cx="9465124" cy="4023360"/>
          </a:xfrm>
          <a:prstGeom prst="rect">
            <a:avLst/>
          </a:prstGeom>
          <a:ln>
            <a:solidFill>
              <a:srgbClr val="E4E4E7"/>
            </a:solidFill>
          </a:ln>
        </p:spPr>
      </p:pic>
      <p:sp>
        <p:nvSpPr>
          <p:cNvPr id="428" name="TextBox 8"/>
          <p:cNvSpPr txBox="1"/>
          <p:nvPr/>
        </p:nvSpPr>
        <p:spPr>
          <a:xfrm>
            <a:off x="566927" y="6327647"/>
            <a:ext cx="5486401" cy="1477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71717A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</a:lstStyle>
          <a:p>
            <a:pPr/>
            <a:r>
              <a:t>② grpData › .content</a:t>
            </a:r>
          </a:p>
        </p:txBody>
      </p:sp>
      <p:sp>
        <p:nvSpPr>
          <p:cNvPr id="429" name="TextBox 9"/>
          <p:cNvSpPr txBox="1"/>
          <p:nvPr/>
        </p:nvSpPr>
        <p:spPr>
          <a:xfrm>
            <a:off x="10058400" y="6327647"/>
            <a:ext cx="1572769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b="1" sz="900">
                <a:solidFill>
                  <a:srgbClr val="71717A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</a:lstStyle>
          <a:p>
            <a:pPr/>
            <a:r>
              <a:t>19 / 22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Rectangle 1"/>
          <p:cNvSpPr/>
          <p:nvPr/>
        </p:nvSpPr>
        <p:spPr>
          <a:xfrm>
            <a:off x="-1" y="-1"/>
            <a:ext cx="12191697" cy="91442"/>
          </a:xfrm>
          <a:prstGeom prst="rect">
            <a:avLst/>
          </a:prstGeom>
          <a:solidFill>
            <a:srgbClr val="155DF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32" name="TextBox 2"/>
          <p:cNvSpPr txBox="1"/>
          <p:nvPr/>
        </p:nvSpPr>
        <p:spPr>
          <a:xfrm>
            <a:off x="566927" y="457200"/>
            <a:ext cx="7315201" cy="1612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1000">
                <a:solidFill>
                  <a:srgbClr val="155DFC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STEP 17</a:t>
            </a:r>
            <a:r>
              <a:rPr b="0">
                <a:solidFill>
                  <a:srgbClr val="71717A"/>
                </a:solidFill>
              </a:rPr>
              <a:t>   ② grpData › .content</a:t>
            </a:r>
          </a:p>
        </p:txBody>
      </p:sp>
      <p:sp>
        <p:nvSpPr>
          <p:cNvPr id="433" name="TextBox 3"/>
          <p:cNvSpPr txBox="1"/>
          <p:nvPr/>
        </p:nvSpPr>
        <p:spPr>
          <a:xfrm>
            <a:off x="566928" y="786383"/>
            <a:ext cx="8574786" cy="3896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2400">
                <a:solidFill>
                  <a:srgbClr val="162556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>
              <a:defRPr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행이 더 있으면 같은 방식으로 지정한다</a:t>
            </a:r>
          </a:p>
        </p:txBody>
      </p:sp>
      <p:sp>
        <p:nvSpPr>
          <p:cNvPr id="434" name="TextBox 4"/>
          <p:cNvSpPr txBox="1"/>
          <p:nvPr/>
        </p:nvSpPr>
        <p:spPr>
          <a:xfrm>
            <a:off x="566927" y="1316736"/>
            <a:ext cx="10058401" cy="2147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40000"/>
              </a:lnSpc>
              <a:defRPr sz="1300">
                <a:solidFill>
                  <a:srgbClr val="3F3F46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폼</a:t>
            </a:r>
            <a:r>
              <a:t>·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버튼 등이 함께 있는 화면입니다</a:t>
            </a:r>
            <a:r>
              <a:t>.</a:t>
            </a:r>
          </a:p>
        </p:txBody>
      </p:sp>
      <p:grpSp>
        <p:nvGrpSpPr>
          <p:cNvPr id="437" name="Rounded Rectangle 5"/>
          <p:cNvGrpSpPr/>
          <p:nvPr/>
        </p:nvGrpSpPr>
        <p:grpSpPr>
          <a:xfrm>
            <a:off x="9397745" y="804672"/>
            <a:ext cx="641033" cy="310897"/>
            <a:chOff x="0" y="0"/>
            <a:chExt cx="641031" cy="310895"/>
          </a:xfrm>
        </p:grpSpPr>
        <p:sp>
          <p:nvSpPr>
            <p:cNvPr id="435" name="모서리가 둥근 직사각형"/>
            <p:cNvSpPr/>
            <p:nvPr/>
          </p:nvSpPr>
          <p:spPr>
            <a:xfrm>
              <a:off x="0" y="0"/>
              <a:ext cx="641032" cy="310896"/>
            </a:xfrm>
            <a:prstGeom prst="roundRect">
              <a:avLst>
                <a:gd name="adj" fmla="val 45000"/>
              </a:avLst>
            </a:prstGeom>
            <a:solidFill>
              <a:srgbClr val="EFF6FF"/>
            </a:solidFill>
            <a:ln w="9525" cap="flat">
              <a:solidFill>
                <a:srgbClr val="DBEAFE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436" name="36 PX"/>
            <p:cNvSpPr txBox="1"/>
            <p:nvPr/>
          </p:nvSpPr>
          <p:spPr>
            <a:xfrm>
              <a:off x="45738" y="79247"/>
              <a:ext cx="549556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b="1" sz="1000">
                  <a:solidFill>
                    <a:srgbClr val="162556"/>
                  </a:solidFill>
                  <a:latin typeface="Malgun Gothic"/>
                  <a:ea typeface="Malgun Gothic"/>
                  <a:cs typeface="Malgun Gothic"/>
                  <a:sym typeface="Malgun Gothic"/>
                </a:defRPr>
              </a:lvl1pPr>
            </a:lstStyle>
            <a:p>
              <a:pPr/>
              <a:r>
                <a:t>36 PX</a:t>
              </a:r>
            </a:p>
          </p:txBody>
        </p:sp>
      </p:grpSp>
      <p:grpSp>
        <p:nvGrpSpPr>
          <p:cNvPr id="440" name="Rounded Rectangle 6"/>
          <p:cNvGrpSpPr/>
          <p:nvPr/>
        </p:nvGrpSpPr>
        <p:grpSpPr>
          <a:xfrm>
            <a:off x="10121073" y="804672"/>
            <a:ext cx="1427798" cy="310897"/>
            <a:chOff x="0" y="0"/>
            <a:chExt cx="1427796" cy="310895"/>
          </a:xfrm>
        </p:grpSpPr>
        <p:sp>
          <p:nvSpPr>
            <p:cNvPr id="438" name="모서리가 둥근 직사각형"/>
            <p:cNvSpPr/>
            <p:nvPr/>
          </p:nvSpPr>
          <p:spPr>
            <a:xfrm>
              <a:off x="0" y="0"/>
              <a:ext cx="1427797" cy="310896"/>
            </a:xfrm>
            <a:prstGeom prst="roundRect">
              <a:avLst>
                <a:gd name="adj" fmla="val 45000"/>
              </a:avLst>
            </a:prstGeom>
            <a:solidFill>
              <a:srgbClr val="EFF6FF"/>
            </a:solidFill>
            <a:ln w="9525" cap="flat">
              <a:solidFill>
                <a:srgbClr val="DBEAFE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439" name="자동 크기 사용 ✓"/>
            <p:cNvSpPr txBox="1"/>
            <p:nvPr/>
          </p:nvSpPr>
          <p:spPr>
            <a:xfrm>
              <a:off x="45738" y="73592"/>
              <a:ext cx="1336321" cy="16371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b="1" sz="1000">
                  <a:solidFill>
                    <a:srgbClr val="162556"/>
                  </a:solidFill>
                  <a:latin typeface="맑은 고딕"/>
                  <a:ea typeface="맑은 고딕"/>
                  <a:cs typeface="맑은 고딕"/>
                  <a:sym typeface="맑은 고딕"/>
                </a:defRPr>
              </a:lvl1pPr>
            </a:lstStyle>
            <a:p>
              <a:pPr>
                <a:defRPr>
                  <a:latin typeface="Malgun Gothic"/>
                  <a:ea typeface="Malgun Gothic"/>
                  <a:cs typeface="Malgun Gothic"/>
                  <a:sym typeface="Malgun Gothic"/>
                </a:defRPr>
              </a:pPr>
              <a:r>
                <a:rPr>
                  <a:latin typeface="맑은 고딕"/>
                  <a:ea typeface="맑은 고딕"/>
                  <a:cs typeface="맑은 고딕"/>
                  <a:sym typeface="맑은 고딕"/>
                </a:rPr>
                <a:t>자동 크기 사용 ✓</a:t>
              </a:r>
            </a:p>
          </p:txBody>
        </p:sp>
      </p:grpSp>
      <p:sp>
        <p:nvSpPr>
          <p:cNvPr id="441" name="TextBox 7"/>
          <p:cNvSpPr txBox="1"/>
          <p:nvPr/>
        </p:nvSpPr>
        <p:spPr>
          <a:xfrm>
            <a:off x="566928" y="1673351"/>
            <a:ext cx="10881360" cy="1748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40000"/>
              </a:lnSpc>
              <a:defRPr sz="1100">
                <a:solidFill>
                  <a:srgbClr val="71717A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t>·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내용만큼만 차지할 행 </a:t>
            </a:r>
            <a:r>
              <a:t>— 36 PX +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자동 크기 사용    </a:t>
            </a:r>
            <a:r>
              <a:t>·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남은 높이를 채울 행</a:t>
            </a:r>
            <a:r>
              <a:t>(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그리드</a:t>
            </a:r>
            <a:r>
              <a:t>) — 1 FR    · 1 FR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은 한 컨테이너에 하나만 두는 것을 기본으로 합니다</a:t>
            </a:r>
            <a:r>
              <a:t>.</a:t>
            </a:r>
          </a:p>
        </p:txBody>
      </p:sp>
      <p:pic>
        <p:nvPicPr>
          <p:cNvPr id="442" name="Picture 8" descr="Picture 8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3420426" y="2368295"/>
            <a:ext cx="5357242" cy="2990089"/>
          </a:xfrm>
          <a:prstGeom prst="rect">
            <a:avLst/>
          </a:prstGeom>
          <a:ln>
            <a:solidFill>
              <a:srgbClr val="E4E4E7"/>
            </a:solidFill>
          </a:ln>
        </p:spPr>
      </p:pic>
      <p:sp>
        <p:nvSpPr>
          <p:cNvPr id="443" name="Rounded Rectangle 9"/>
          <p:cNvSpPr/>
          <p:nvPr/>
        </p:nvSpPr>
        <p:spPr>
          <a:xfrm>
            <a:off x="5080563" y="3991566"/>
            <a:ext cx="747482" cy="212394"/>
          </a:xfrm>
          <a:prstGeom prst="roundRect">
            <a:avLst>
              <a:gd name="adj" fmla="val 20000"/>
            </a:avLst>
          </a:prstGeom>
          <a:ln w="28575">
            <a:solidFill>
              <a:srgbClr val="FE9A00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44" name="Rectangle 10"/>
          <p:cNvSpPr/>
          <p:nvPr/>
        </p:nvSpPr>
        <p:spPr>
          <a:xfrm>
            <a:off x="566927" y="5449823"/>
            <a:ext cx="11064242" cy="658369"/>
          </a:xfrm>
          <a:prstGeom prst="rect">
            <a:avLst/>
          </a:prstGeom>
          <a:solidFill>
            <a:srgbClr val="FEFAEB"/>
          </a:solidFill>
          <a:ln w="12700">
            <a:solidFill>
              <a:srgbClr val="FE9A00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45" name="Rectangle 11"/>
          <p:cNvSpPr/>
          <p:nvPr/>
        </p:nvSpPr>
        <p:spPr>
          <a:xfrm>
            <a:off x="566927" y="5449823"/>
            <a:ext cx="64009" cy="658369"/>
          </a:xfrm>
          <a:prstGeom prst="rect">
            <a:avLst/>
          </a:prstGeom>
          <a:solidFill>
            <a:srgbClr val="FE9A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46" name="TextBox 12"/>
          <p:cNvSpPr txBox="1"/>
          <p:nvPr/>
        </p:nvSpPr>
        <p:spPr>
          <a:xfrm>
            <a:off x="877824" y="5692902"/>
            <a:ext cx="10515601" cy="190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5000"/>
              </a:lnSpc>
              <a:defRPr b="1" sz="1200">
                <a:solidFill>
                  <a:srgbClr val="8E6A00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자동 크기 사용  </a:t>
            </a:r>
            <a:r>
              <a:rPr b="0">
                <a:solidFill>
                  <a:srgbClr val="3F3F46"/>
                </a:solidFill>
              </a:rPr>
              <a:t>px </a:t>
            </a:r>
            <a:r>
              <a:rPr b="0">
                <a:solidFill>
                  <a:srgbClr val="3F3F46"/>
                </a:solidFill>
                <a:latin typeface="맑은 고딕"/>
                <a:ea typeface="맑은 고딕"/>
                <a:cs typeface="맑은 고딕"/>
                <a:sym typeface="맑은 고딕"/>
              </a:rPr>
              <a:t>로 지정하는 행에는 모두 체크합니다</a:t>
            </a:r>
            <a:r>
              <a:rPr b="0">
                <a:solidFill>
                  <a:srgbClr val="3F3F46"/>
                </a:solidFill>
              </a:rPr>
              <a:t>. 1 FR </a:t>
            </a:r>
            <a:r>
              <a:rPr b="0">
                <a:solidFill>
                  <a:srgbClr val="3F3F46"/>
                </a:solidFill>
                <a:latin typeface="맑은 고딕"/>
                <a:ea typeface="맑은 고딕"/>
                <a:cs typeface="맑은 고딕"/>
                <a:sym typeface="맑은 고딕"/>
              </a:rPr>
              <a:t>행은 </a:t>
            </a:r>
            <a:r>
              <a:rPr b="0">
                <a:solidFill>
                  <a:srgbClr val="3F3F46"/>
                </a:solidFill>
              </a:rPr>
              <a:t>FR </a:t>
            </a:r>
            <a:r>
              <a:rPr b="0">
                <a:solidFill>
                  <a:srgbClr val="3F3F46"/>
                </a:solidFill>
                <a:latin typeface="맑은 고딕"/>
                <a:ea typeface="맑은 고딕"/>
                <a:cs typeface="맑은 고딕"/>
                <a:sym typeface="맑은 고딕"/>
              </a:rPr>
              <a:t>선택 시 체크박스가 사라집니다</a:t>
            </a:r>
            <a:r>
              <a:rPr b="0">
                <a:solidFill>
                  <a:srgbClr val="3F3F46"/>
                </a:solidFill>
              </a:rPr>
              <a:t>.</a:t>
            </a:r>
          </a:p>
        </p:txBody>
      </p:sp>
      <p:sp>
        <p:nvSpPr>
          <p:cNvPr id="447" name="TextBox 13"/>
          <p:cNvSpPr txBox="1"/>
          <p:nvPr/>
        </p:nvSpPr>
        <p:spPr>
          <a:xfrm>
            <a:off x="566927" y="6327647"/>
            <a:ext cx="5486401" cy="1477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71717A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</a:lstStyle>
          <a:p>
            <a:pPr/>
            <a:r>
              <a:t>② grpData › .content</a:t>
            </a:r>
          </a:p>
        </p:txBody>
      </p:sp>
      <p:sp>
        <p:nvSpPr>
          <p:cNvPr id="448" name="TextBox 14"/>
          <p:cNvSpPr txBox="1"/>
          <p:nvPr/>
        </p:nvSpPr>
        <p:spPr>
          <a:xfrm>
            <a:off x="10058400" y="6327647"/>
            <a:ext cx="1572769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b="1" sz="900">
                <a:solidFill>
                  <a:srgbClr val="71717A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</a:lstStyle>
          <a:p>
            <a:pPr/>
            <a:r>
              <a:t>20 / 22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Rectangle 1"/>
          <p:cNvSpPr/>
          <p:nvPr/>
        </p:nvSpPr>
        <p:spPr>
          <a:xfrm>
            <a:off x="-1" y="-1"/>
            <a:ext cx="12191697" cy="91442"/>
          </a:xfrm>
          <a:prstGeom prst="rect">
            <a:avLst/>
          </a:prstGeom>
          <a:solidFill>
            <a:srgbClr val="155DF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51" name="TextBox 2"/>
          <p:cNvSpPr txBox="1"/>
          <p:nvPr/>
        </p:nvSpPr>
        <p:spPr>
          <a:xfrm>
            <a:off x="566927" y="457200"/>
            <a:ext cx="5486401" cy="1612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1000">
                <a:solidFill>
                  <a:srgbClr val="155DFC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STEP 18</a:t>
            </a:r>
            <a:r>
              <a:rPr b="0">
                <a:solidFill>
                  <a:srgbClr val="71717A"/>
                </a:solidFill>
              </a:rPr>
              <a:t>   ③ 접근성</a:t>
            </a:r>
          </a:p>
        </p:txBody>
      </p:sp>
      <p:sp>
        <p:nvSpPr>
          <p:cNvPr id="452" name="TextBox 3"/>
          <p:cNvSpPr txBox="1"/>
          <p:nvPr/>
        </p:nvSpPr>
        <p:spPr>
          <a:xfrm>
            <a:off x="566927" y="758951"/>
            <a:ext cx="4663442" cy="8677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7999"/>
              </a:lnSpc>
              <a:defRPr b="1" sz="2500">
                <a:solidFill>
                  <a:srgbClr val="162556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표시순으로</a:t>
            </a:r>
            <a:endParaRPr>
              <a:latin typeface="맑은 고딕"/>
              <a:ea typeface="맑은 고딕"/>
              <a:cs typeface="맑은 고딕"/>
              <a:sym typeface="맑은 고딕"/>
            </a:endParaRPr>
          </a:p>
          <a:p>
            <a:pPr>
              <a:lnSpc>
                <a:spcPct val="117999"/>
              </a:lnSpc>
              <a:defRPr b="1" sz="2500">
                <a:solidFill>
                  <a:srgbClr val="162556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자식을 정렬한다</a:t>
            </a:r>
          </a:p>
        </p:txBody>
      </p:sp>
      <p:sp>
        <p:nvSpPr>
          <p:cNvPr id="453" name="TextBox 4"/>
          <p:cNvSpPr txBox="1"/>
          <p:nvPr/>
        </p:nvSpPr>
        <p:spPr>
          <a:xfrm>
            <a:off x="566928" y="1810511"/>
            <a:ext cx="4526280" cy="5369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50000"/>
              </a:lnSpc>
              <a:defRPr sz="1300">
                <a:solidFill>
                  <a:srgbClr val="3F3F46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레이아웃을 바꾸면 자식의 소스 순서가 화면 순서와 어긋날 수 있습니다</a:t>
            </a:r>
            <a:r>
              <a:t>.</a:t>
            </a:r>
          </a:p>
        </p:txBody>
      </p:sp>
      <p:grpSp>
        <p:nvGrpSpPr>
          <p:cNvPr id="456" name="Rounded Rectangle 5"/>
          <p:cNvGrpSpPr/>
          <p:nvPr/>
        </p:nvGrpSpPr>
        <p:grpSpPr>
          <a:xfrm>
            <a:off x="566927" y="2615183"/>
            <a:ext cx="674371" cy="310897"/>
            <a:chOff x="0" y="0"/>
            <a:chExt cx="674369" cy="310895"/>
          </a:xfrm>
        </p:grpSpPr>
        <p:sp>
          <p:nvSpPr>
            <p:cNvPr id="454" name="모서리가 둥근 직사각형"/>
            <p:cNvSpPr/>
            <p:nvPr/>
          </p:nvSpPr>
          <p:spPr>
            <a:xfrm>
              <a:off x="0" y="0"/>
              <a:ext cx="674370" cy="310896"/>
            </a:xfrm>
            <a:prstGeom prst="roundRect">
              <a:avLst>
                <a:gd name="adj" fmla="val 45000"/>
              </a:avLst>
            </a:prstGeom>
            <a:solidFill>
              <a:srgbClr val="EFF6FF"/>
            </a:solidFill>
            <a:ln w="9525" cap="flat">
              <a:solidFill>
                <a:srgbClr val="DBEAFE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455" name="우클릭"/>
            <p:cNvSpPr txBox="1"/>
            <p:nvPr/>
          </p:nvSpPr>
          <p:spPr>
            <a:xfrm>
              <a:off x="45738" y="79247"/>
              <a:ext cx="582894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b="1" sz="1000">
                  <a:solidFill>
                    <a:srgbClr val="162556"/>
                  </a:solidFill>
                  <a:latin typeface="맑은 고딕"/>
                  <a:ea typeface="맑은 고딕"/>
                  <a:cs typeface="맑은 고딕"/>
                  <a:sym typeface="맑은 고딕"/>
                </a:defRPr>
              </a:lvl1pPr>
            </a:lstStyle>
            <a:p>
              <a:pPr>
                <a:defRPr>
                  <a:latin typeface="Malgun Gothic"/>
                  <a:ea typeface="Malgun Gothic"/>
                  <a:cs typeface="Malgun Gothic"/>
                  <a:sym typeface="Malgun Gothic"/>
                </a:defRPr>
              </a:pPr>
              <a:r>
                <a:rPr>
                  <a:latin typeface="맑은 고딕"/>
                  <a:ea typeface="맑은 고딕"/>
                  <a:cs typeface="맑은 고딕"/>
                  <a:sym typeface="맑은 고딕"/>
                </a:rPr>
                <a:t>우클릭</a:t>
              </a:r>
            </a:p>
          </p:txBody>
        </p:sp>
      </p:grpSp>
      <p:grpSp>
        <p:nvGrpSpPr>
          <p:cNvPr id="459" name="Rounded Rectangle 6"/>
          <p:cNvGrpSpPr/>
          <p:nvPr/>
        </p:nvGrpSpPr>
        <p:grpSpPr>
          <a:xfrm>
            <a:off x="1323594" y="2615183"/>
            <a:ext cx="1621156" cy="310897"/>
            <a:chOff x="0" y="0"/>
            <a:chExt cx="1621155" cy="310895"/>
          </a:xfrm>
        </p:grpSpPr>
        <p:sp>
          <p:nvSpPr>
            <p:cNvPr id="457" name="모서리가 둥근 직사각형"/>
            <p:cNvSpPr/>
            <p:nvPr/>
          </p:nvSpPr>
          <p:spPr>
            <a:xfrm>
              <a:off x="0" y="0"/>
              <a:ext cx="1621156" cy="310896"/>
            </a:xfrm>
            <a:prstGeom prst="roundRect">
              <a:avLst>
                <a:gd name="adj" fmla="val 45000"/>
              </a:avLst>
            </a:prstGeom>
            <a:solidFill>
              <a:srgbClr val="EFF6FF"/>
            </a:solidFill>
            <a:ln w="9525" cap="flat">
              <a:solidFill>
                <a:srgbClr val="DBEAFE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458" name="표시순으로 자식 정렬"/>
            <p:cNvSpPr txBox="1"/>
            <p:nvPr/>
          </p:nvSpPr>
          <p:spPr>
            <a:xfrm>
              <a:off x="45738" y="74801"/>
              <a:ext cx="1529679" cy="16129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b="1" sz="1000">
                  <a:solidFill>
                    <a:srgbClr val="162556"/>
                  </a:solidFill>
                  <a:latin typeface="맑은 고딕"/>
                  <a:ea typeface="맑은 고딕"/>
                  <a:cs typeface="맑은 고딕"/>
                  <a:sym typeface="맑은 고딕"/>
                </a:defRPr>
              </a:lvl1pPr>
            </a:lstStyle>
            <a:p>
              <a:pPr>
                <a:defRPr>
                  <a:latin typeface="Malgun Gothic"/>
                  <a:ea typeface="Malgun Gothic"/>
                  <a:cs typeface="Malgun Gothic"/>
                  <a:sym typeface="Malgun Gothic"/>
                </a:defRPr>
              </a:pPr>
              <a:r>
                <a:rPr>
                  <a:latin typeface="맑은 고딕"/>
                  <a:ea typeface="맑은 고딕"/>
                  <a:cs typeface="맑은 고딕"/>
                  <a:sym typeface="맑은 고딕"/>
                </a:rPr>
                <a:t>표시순으로 자식 정렬</a:t>
              </a:r>
            </a:p>
          </p:txBody>
        </p:sp>
      </p:grpSp>
      <p:grpSp>
        <p:nvGrpSpPr>
          <p:cNvPr id="462" name="Rounded Rectangle 7"/>
          <p:cNvGrpSpPr/>
          <p:nvPr/>
        </p:nvGrpSpPr>
        <p:grpSpPr>
          <a:xfrm>
            <a:off x="3027045" y="2615183"/>
            <a:ext cx="614363" cy="310897"/>
            <a:chOff x="0" y="0"/>
            <a:chExt cx="614362" cy="310895"/>
          </a:xfrm>
        </p:grpSpPr>
        <p:sp>
          <p:nvSpPr>
            <p:cNvPr id="460" name="모서리가 둥근 직사각형"/>
            <p:cNvSpPr/>
            <p:nvPr/>
          </p:nvSpPr>
          <p:spPr>
            <a:xfrm>
              <a:off x="0" y="0"/>
              <a:ext cx="614363" cy="310896"/>
            </a:xfrm>
            <a:prstGeom prst="roundRect">
              <a:avLst>
                <a:gd name="adj" fmla="val 45000"/>
              </a:avLst>
            </a:prstGeom>
            <a:solidFill>
              <a:srgbClr val="EFF6FF"/>
            </a:solidFill>
            <a:ln w="9525" cap="flat">
              <a:solidFill>
                <a:srgbClr val="DBEAFE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461" name="⇧⌘K"/>
            <p:cNvSpPr txBox="1"/>
            <p:nvPr/>
          </p:nvSpPr>
          <p:spPr>
            <a:xfrm>
              <a:off x="45738" y="78038"/>
              <a:ext cx="522886" cy="15482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b="1" sz="1000">
                  <a:solidFill>
                    <a:srgbClr val="162556"/>
                  </a:solidFill>
                  <a:latin typeface="Malgun Gothic"/>
                  <a:ea typeface="Malgun Gothic"/>
                  <a:cs typeface="Malgun Gothic"/>
                  <a:sym typeface="Malgun Gothic"/>
                </a:defRPr>
              </a:lvl1pPr>
            </a:lstStyle>
            <a:p>
              <a:pPr/>
              <a:r>
                <a:t>⇧⌘K</a:t>
              </a:r>
            </a:p>
          </p:txBody>
        </p:sp>
      </p:grpSp>
      <p:sp>
        <p:nvSpPr>
          <p:cNvPr id="463" name="Oval 8"/>
          <p:cNvSpPr/>
          <p:nvPr/>
        </p:nvSpPr>
        <p:spPr>
          <a:xfrm>
            <a:off x="603504" y="3323844"/>
            <a:ext cx="77725" cy="77725"/>
          </a:xfrm>
          <a:prstGeom prst="ellipse">
            <a:avLst/>
          </a:prstGeom>
          <a:solidFill>
            <a:srgbClr val="155DF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64" name="TextBox 9"/>
          <p:cNvSpPr txBox="1"/>
          <p:nvPr/>
        </p:nvSpPr>
        <p:spPr>
          <a:xfrm>
            <a:off x="841248" y="3218687"/>
            <a:ext cx="4251960" cy="2040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45000"/>
              </a:lnSpc>
              <a:defRPr sz="1200">
                <a:solidFill>
                  <a:srgbClr val="3F3F46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컨테이너 우클릭 </a:t>
            </a:r>
            <a:r>
              <a:t>›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표시순으로 자식 정렬 </a:t>
            </a:r>
            <a:r>
              <a:t>(⇧⌘K)</a:t>
            </a:r>
          </a:p>
        </p:txBody>
      </p:sp>
      <p:sp>
        <p:nvSpPr>
          <p:cNvPr id="465" name="Oval 10"/>
          <p:cNvSpPr/>
          <p:nvPr/>
        </p:nvSpPr>
        <p:spPr>
          <a:xfrm>
            <a:off x="603504" y="3717035"/>
            <a:ext cx="77725" cy="77725"/>
          </a:xfrm>
          <a:prstGeom prst="ellipse">
            <a:avLst/>
          </a:prstGeom>
          <a:solidFill>
            <a:srgbClr val="155DF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66" name="TextBox 11"/>
          <p:cNvSpPr txBox="1"/>
          <p:nvPr/>
        </p:nvSpPr>
        <p:spPr>
          <a:xfrm>
            <a:off x="841248" y="3611879"/>
            <a:ext cx="4251960" cy="190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45000"/>
              </a:lnSpc>
              <a:defRPr sz="1200">
                <a:solidFill>
                  <a:srgbClr val="3F3F46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스크린리더 읽기 순서와 키보드 탭 이동 순서가 화면과 같아집니다</a:t>
            </a:r>
            <a:r>
              <a:t>.</a:t>
            </a:r>
          </a:p>
        </p:txBody>
      </p:sp>
      <p:sp>
        <p:nvSpPr>
          <p:cNvPr id="467" name="Rectangle 12"/>
          <p:cNvSpPr/>
          <p:nvPr/>
        </p:nvSpPr>
        <p:spPr>
          <a:xfrm>
            <a:off x="566928" y="4361688"/>
            <a:ext cx="4526280" cy="27433"/>
          </a:xfrm>
          <a:prstGeom prst="rect">
            <a:avLst/>
          </a:prstGeom>
          <a:solidFill>
            <a:srgbClr val="E4E4E7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68" name="TextBox 13"/>
          <p:cNvSpPr txBox="1"/>
          <p:nvPr/>
        </p:nvSpPr>
        <p:spPr>
          <a:xfrm>
            <a:off x="566928" y="4544567"/>
            <a:ext cx="4526280" cy="1748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45000"/>
              </a:lnSpc>
              <a:defRPr sz="1100">
                <a:solidFill>
                  <a:srgbClr val="71717A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접근성 준수 프로젝트이므로 전환한 모든 컨테이너에서 수행합니다</a:t>
            </a:r>
            <a:r>
              <a:t>.</a:t>
            </a:r>
          </a:p>
        </p:txBody>
      </p:sp>
      <p:pic>
        <p:nvPicPr>
          <p:cNvPr id="469" name="Picture 14" descr="Picture 1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813050" y="960119"/>
            <a:ext cx="3546330" cy="5074922"/>
          </a:xfrm>
          <a:prstGeom prst="rect">
            <a:avLst/>
          </a:prstGeom>
          <a:ln>
            <a:solidFill>
              <a:srgbClr val="E4E4E7"/>
            </a:solidFill>
          </a:ln>
        </p:spPr>
      </p:pic>
      <p:sp>
        <p:nvSpPr>
          <p:cNvPr id="470" name="TextBox 15"/>
          <p:cNvSpPr txBox="1"/>
          <p:nvPr/>
        </p:nvSpPr>
        <p:spPr>
          <a:xfrm>
            <a:off x="566927" y="6327647"/>
            <a:ext cx="5486401" cy="1477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900">
                <a:solidFill>
                  <a:srgbClr val="71717A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t>③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접근성</a:t>
            </a:r>
          </a:p>
        </p:txBody>
      </p:sp>
      <p:sp>
        <p:nvSpPr>
          <p:cNvPr id="471" name="TextBox 16"/>
          <p:cNvSpPr txBox="1"/>
          <p:nvPr/>
        </p:nvSpPr>
        <p:spPr>
          <a:xfrm>
            <a:off x="10058400" y="6327647"/>
            <a:ext cx="1572769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b="1" sz="900">
                <a:solidFill>
                  <a:srgbClr val="71717A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</a:lstStyle>
          <a:p>
            <a:pPr/>
            <a:r>
              <a:t>21 / 22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Rectangle 1"/>
          <p:cNvSpPr/>
          <p:nvPr/>
        </p:nvSpPr>
        <p:spPr>
          <a:xfrm>
            <a:off x="-1" y="-1"/>
            <a:ext cx="12191697" cy="91442"/>
          </a:xfrm>
          <a:prstGeom prst="rect">
            <a:avLst/>
          </a:prstGeom>
          <a:solidFill>
            <a:srgbClr val="155DF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74" name="TextBox 2"/>
          <p:cNvSpPr txBox="1"/>
          <p:nvPr/>
        </p:nvSpPr>
        <p:spPr>
          <a:xfrm>
            <a:off x="566927" y="457200"/>
            <a:ext cx="7315201" cy="152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000">
                <a:solidFill>
                  <a:srgbClr val="155DFC"/>
                </a:solidFill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pPr/>
            <a:r>
              <a:t>EXCEPTIONS &amp; CHECKLIST</a:t>
            </a:r>
          </a:p>
        </p:txBody>
      </p:sp>
      <p:sp>
        <p:nvSpPr>
          <p:cNvPr id="475" name="TextBox 3"/>
          <p:cNvSpPr txBox="1"/>
          <p:nvPr/>
        </p:nvSpPr>
        <p:spPr>
          <a:xfrm>
            <a:off x="566927" y="758951"/>
            <a:ext cx="8229601" cy="4838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3000">
                <a:solidFill>
                  <a:srgbClr val="162556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>
              <a:defRPr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예외 케이스와 확인 목록</a:t>
            </a:r>
          </a:p>
        </p:txBody>
      </p:sp>
      <p:sp>
        <p:nvSpPr>
          <p:cNvPr id="476" name="Rectangle 4"/>
          <p:cNvSpPr/>
          <p:nvPr/>
        </p:nvSpPr>
        <p:spPr>
          <a:xfrm>
            <a:off x="566927" y="1691639"/>
            <a:ext cx="5532122" cy="1481329"/>
          </a:xfrm>
          <a:prstGeom prst="rect">
            <a:avLst/>
          </a:prstGeom>
          <a:solidFill>
            <a:srgbClr val="FAFAFA"/>
          </a:solidFill>
          <a:ln w="12700">
            <a:solidFill>
              <a:srgbClr val="E4E4E7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77" name="Rectangle 5"/>
          <p:cNvSpPr/>
          <p:nvPr/>
        </p:nvSpPr>
        <p:spPr>
          <a:xfrm>
            <a:off x="566927" y="1691639"/>
            <a:ext cx="45721" cy="1481329"/>
          </a:xfrm>
          <a:prstGeom prst="rect">
            <a:avLst/>
          </a:prstGeom>
          <a:solidFill>
            <a:srgbClr val="155DF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78" name="TextBox 6"/>
          <p:cNvSpPr txBox="1"/>
          <p:nvPr/>
        </p:nvSpPr>
        <p:spPr>
          <a:xfrm>
            <a:off x="868680" y="1929383"/>
            <a:ext cx="5029201" cy="8688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1300">
                <a:solidFill>
                  <a:srgbClr val="162556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루트를 버티컬 레이아웃으로 두는 화면</a:t>
            </a:r>
            <a:endParaRPr>
              <a:latin typeface="맑은 고딕"/>
              <a:ea typeface="맑은 고딕"/>
              <a:cs typeface="맑은 고딕"/>
              <a:sym typeface="맑은 고딕"/>
            </a:endParaRPr>
          </a:p>
          <a:p>
            <a:pPr>
              <a:lnSpc>
                <a:spcPct val="150000"/>
              </a:lnSpc>
              <a:spcBef>
                <a:spcPts val="700"/>
              </a:spcBef>
              <a:defRPr sz="1200">
                <a:solidFill>
                  <a:srgbClr val="3F3F46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그리드를 꽉 채우지 않고 고정 높이로 세로 나열하는 화면입니다</a:t>
            </a:r>
            <a:r>
              <a:t>.</a:t>
            </a:r>
          </a:p>
          <a:p>
            <a:pPr>
              <a:lnSpc>
                <a:spcPct val="150000"/>
              </a:lnSpc>
              <a:spcBef>
                <a:spcPts val="700"/>
              </a:spcBef>
              <a:defRPr sz="1200">
                <a:solidFill>
                  <a:srgbClr val="3F3F46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루트 컨테이너의 </a:t>
            </a:r>
            <a:r>
              <a:t>margin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값만 </a:t>
            </a:r>
            <a:r>
              <a:t>20px 34px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로 설정하고</a:t>
            </a:r>
            <a:r>
              <a:t>,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레이아웃은 바꾸지 않습니다</a:t>
            </a:r>
            <a:r>
              <a:t>.</a:t>
            </a:r>
          </a:p>
        </p:txBody>
      </p:sp>
      <p:sp>
        <p:nvSpPr>
          <p:cNvPr id="479" name="Rectangle 7"/>
          <p:cNvSpPr/>
          <p:nvPr/>
        </p:nvSpPr>
        <p:spPr>
          <a:xfrm>
            <a:off x="6309359" y="1691639"/>
            <a:ext cx="5321809" cy="1481329"/>
          </a:xfrm>
          <a:prstGeom prst="rect">
            <a:avLst/>
          </a:prstGeom>
          <a:solidFill>
            <a:srgbClr val="FAFAFA"/>
          </a:solidFill>
          <a:ln w="12700">
            <a:solidFill>
              <a:srgbClr val="E4E4E7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80" name="Rectangle 8"/>
          <p:cNvSpPr/>
          <p:nvPr/>
        </p:nvSpPr>
        <p:spPr>
          <a:xfrm>
            <a:off x="6309359" y="1691639"/>
            <a:ext cx="45721" cy="1481329"/>
          </a:xfrm>
          <a:prstGeom prst="rect">
            <a:avLst/>
          </a:prstGeom>
          <a:solidFill>
            <a:srgbClr val="155DF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81" name="TextBox 9"/>
          <p:cNvSpPr txBox="1"/>
          <p:nvPr/>
        </p:nvSpPr>
        <p:spPr>
          <a:xfrm>
            <a:off x="6611111" y="1929383"/>
            <a:ext cx="4846322" cy="8688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1300">
                <a:solidFill>
                  <a:srgbClr val="162556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팝업 화면</a:t>
            </a:r>
            <a:endParaRPr>
              <a:latin typeface="맑은 고딕"/>
              <a:ea typeface="맑은 고딕"/>
              <a:cs typeface="맑은 고딕"/>
              <a:sym typeface="맑은 고딕"/>
            </a:endParaRPr>
          </a:p>
          <a:p>
            <a:pPr>
              <a:lnSpc>
                <a:spcPct val="150000"/>
              </a:lnSpc>
              <a:spcBef>
                <a:spcPts val="700"/>
              </a:spcBef>
              <a:defRPr sz="1200">
                <a:solidFill>
                  <a:srgbClr val="3F3F46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전환 방법은 일반화면과 완전히 동일합니다</a:t>
            </a:r>
            <a:r>
              <a:t>.</a:t>
            </a:r>
          </a:p>
          <a:p>
            <a:pPr>
              <a:lnSpc>
                <a:spcPct val="150000"/>
              </a:lnSpc>
              <a:spcBef>
                <a:spcPts val="700"/>
              </a:spcBef>
              <a:defRPr sz="1200">
                <a:solidFill>
                  <a:srgbClr val="3F3F46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단</a:t>
            </a:r>
            <a:r>
              <a:t>,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루트 컨테이너에 </a:t>
            </a:r>
            <a:r>
              <a:t>margin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값을 넣지 않습니다</a:t>
            </a:r>
            <a:r>
              <a:t>.</a:t>
            </a:r>
          </a:p>
        </p:txBody>
      </p:sp>
      <p:sp>
        <p:nvSpPr>
          <p:cNvPr id="482" name="Rectangle 10"/>
          <p:cNvSpPr/>
          <p:nvPr/>
        </p:nvSpPr>
        <p:spPr>
          <a:xfrm>
            <a:off x="566927" y="3520440"/>
            <a:ext cx="11064242" cy="2331721"/>
          </a:xfrm>
          <a:prstGeom prst="rect">
            <a:avLst/>
          </a:prstGeom>
          <a:solidFill>
            <a:srgbClr val="EFF6FF"/>
          </a:solidFill>
          <a:ln w="12700">
            <a:solidFill>
              <a:srgbClr val="DBEAFE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83" name="TextBox 11"/>
          <p:cNvSpPr txBox="1"/>
          <p:nvPr/>
        </p:nvSpPr>
        <p:spPr>
          <a:xfrm>
            <a:off x="896112" y="3776471"/>
            <a:ext cx="10424160" cy="2147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300">
                <a:solidFill>
                  <a:srgbClr val="162556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>
              <a:defRPr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수정 후 확인</a:t>
            </a:r>
          </a:p>
        </p:txBody>
      </p:sp>
      <p:sp>
        <p:nvSpPr>
          <p:cNvPr id="484" name="Rounded Rectangle 12"/>
          <p:cNvSpPr/>
          <p:nvPr/>
        </p:nvSpPr>
        <p:spPr>
          <a:xfrm>
            <a:off x="896111" y="4192523"/>
            <a:ext cx="201169" cy="201169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155DFC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85" name="TextBox 13"/>
          <p:cNvSpPr txBox="1"/>
          <p:nvPr/>
        </p:nvSpPr>
        <p:spPr>
          <a:xfrm>
            <a:off x="1243583" y="4178808"/>
            <a:ext cx="4754881" cy="1748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35000"/>
              </a:lnSpc>
              <a:defRPr sz="1100">
                <a:solidFill>
                  <a:srgbClr val="3F3F46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t>px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로 지정한 모든 행에 자동 크기 사용이 체크되어 있다 </a:t>
            </a:r>
            <a:r>
              <a:t>(60 · 132 · 36)</a:t>
            </a:r>
          </a:p>
        </p:txBody>
      </p:sp>
      <p:sp>
        <p:nvSpPr>
          <p:cNvPr id="486" name="Rounded Rectangle 14"/>
          <p:cNvSpPr/>
          <p:nvPr/>
        </p:nvSpPr>
        <p:spPr>
          <a:xfrm>
            <a:off x="6199630" y="4192523"/>
            <a:ext cx="201169" cy="201169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155DFC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87" name="TextBox 15"/>
          <p:cNvSpPr txBox="1"/>
          <p:nvPr/>
        </p:nvSpPr>
        <p:spPr>
          <a:xfrm>
            <a:off x="6547102" y="4178808"/>
            <a:ext cx="4754881" cy="1748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35000"/>
              </a:lnSpc>
              <a:defRPr sz="1100">
                <a:solidFill>
                  <a:srgbClr val="3F3F46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루트 여백이 </a:t>
            </a:r>
            <a:r>
              <a:t>20px 34px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다 </a:t>
            </a:r>
            <a:r>
              <a:t>(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팝업은 여백 없음</a:t>
            </a:r>
            <a:r>
              <a:t>)</a:t>
            </a:r>
          </a:p>
        </p:txBody>
      </p:sp>
      <p:sp>
        <p:nvSpPr>
          <p:cNvPr id="488" name="Rounded Rectangle 16"/>
          <p:cNvSpPr/>
          <p:nvPr/>
        </p:nvSpPr>
        <p:spPr>
          <a:xfrm>
            <a:off x="896111" y="4668011"/>
            <a:ext cx="201169" cy="201169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155DFC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89" name="TextBox 17"/>
          <p:cNvSpPr txBox="1"/>
          <p:nvPr/>
        </p:nvSpPr>
        <p:spPr>
          <a:xfrm>
            <a:off x="1243583" y="4654296"/>
            <a:ext cx="4754881" cy="1748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35000"/>
              </a:lnSpc>
              <a:defRPr sz="1100">
                <a:solidFill>
                  <a:srgbClr val="3F3F46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t>.content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간격이 가로 </a:t>
            </a:r>
            <a:r>
              <a:t>24px ·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세로 </a:t>
            </a:r>
            <a:r>
              <a:t>18px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다</a:t>
            </a:r>
          </a:p>
        </p:txBody>
      </p:sp>
      <p:sp>
        <p:nvSpPr>
          <p:cNvPr id="490" name="Rounded Rectangle 18"/>
          <p:cNvSpPr/>
          <p:nvPr/>
        </p:nvSpPr>
        <p:spPr>
          <a:xfrm>
            <a:off x="6199630" y="4668011"/>
            <a:ext cx="201169" cy="201169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155DFC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91" name="TextBox 19"/>
          <p:cNvSpPr txBox="1"/>
          <p:nvPr/>
        </p:nvSpPr>
        <p:spPr>
          <a:xfrm>
            <a:off x="6547102" y="4654296"/>
            <a:ext cx="4754881" cy="1748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35000"/>
              </a:lnSpc>
              <a:defRPr sz="1100">
                <a:solidFill>
                  <a:srgbClr val="3F3F46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그리드가 들어간 행이 </a:t>
            </a:r>
            <a:r>
              <a:t>1 FR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이고</a:t>
            </a:r>
            <a:r>
              <a:t>,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브라우저에서 화면 끝까지 채워진다</a:t>
            </a:r>
          </a:p>
        </p:txBody>
      </p:sp>
      <p:sp>
        <p:nvSpPr>
          <p:cNvPr id="492" name="Rounded Rectangle 20"/>
          <p:cNvSpPr/>
          <p:nvPr/>
        </p:nvSpPr>
        <p:spPr>
          <a:xfrm>
            <a:off x="896111" y="5143500"/>
            <a:ext cx="201169" cy="201169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155DFC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93" name="TextBox 21"/>
          <p:cNvSpPr txBox="1"/>
          <p:nvPr/>
        </p:nvSpPr>
        <p:spPr>
          <a:xfrm>
            <a:off x="1243583" y="5129784"/>
            <a:ext cx="4754881" cy="1748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35000"/>
              </a:lnSpc>
              <a:defRPr sz="1100">
                <a:solidFill>
                  <a:srgbClr val="3F3F46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>
              <a:defRPr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전환한 컨테이너마다 표시순으로 자식 정렬을 수행했다</a:t>
            </a:r>
          </a:p>
        </p:txBody>
      </p:sp>
      <p:sp>
        <p:nvSpPr>
          <p:cNvPr id="494" name="Rounded Rectangle 22"/>
          <p:cNvSpPr/>
          <p:nvPr/>
        </p:nvSpPr>
        <p:spPr>
          <a:xfrm>
            <a:off x="6199630" y="5143500"/>
            <a:ext cx="201169" cy="201169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155DFC"/>
            </a:solidFill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95" name="TextBox 23"/>
          <p:cNvSpPr txBox="1"/>
          <p:nvPr/>
        </p:nvSpPr>
        <p:spPr>
          <a:xfrm>
            <a:off x="6547102" y="5129784"/>
            <a:ext cx="4754881" cy="1748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35000"/>
              </a:lnSpc>
              <a:defRPr sz="1100">
                <a:solidFill>
                  <a:srgbClr val="3F3F46"/>
                </a:solidFill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t>1024px </a:t>
            </a: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폭으로 줄였을 때 레이아웃이 깨지지 않는다</a:t>
            </a:r>
          </a:p>
        </p:txBody>
      </p:sp>
      <p:sp>
        <p:nvSpPr>
          <p:cNvPr id="496" name="TextBox 24"/>
          <p:cNvSpPr txBox="1"/>
          <p:nvPr/>
        </p:nvSpPr>
        <p:spPr>
          <a:xfrm>
            <a:off x="566927" y="6327647"/>
            <a:ext cx="5486401" cy="1477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71717A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>
              <a:defRPr>
                <a:latin typeface="Malgun Gothic"/>
                <a:ea typeface="Malgun Gothic"/>
                <a:cs typeface="Malgun Gothic"/>
                <a:sym typeface="Malgun Gothic"/>
              </a:defRPr>
            </a:pPr>
            <a:r>
              <a:rPr>
                <a:latin typeface="맑은 고딕"/>
                <a:ea typeface="맑은 고딕"/>
                <a:cs typeface="맑은 고딕"/>
                <a:sym typeface="맑은 고딕"/>
              </a:rPr>
              <a:t>화면 레이아웃 수정 방법</a:t>
            </a:r>
          </a:p>
        </p:txBody>
      </p:sp>
      <p:sp>
        <p:nvSpPr>
          <p:cNvPr id="497" name="TextBox 25"/>
          <p:cNvSpPr txBox="1"/>
          <p:nvPr/>
        </p:nvSpPr>
        <p:spPr>
          <a:xfrm>
            <a:off x="10058400" y="6327647"/>
            <a:ext cx="1572769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>
              <a:defRPr b="1" sz="900">
                <a:solidFill>
                  <a:srgbClr val="71717A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</a:lstStyle>
          <a:p>
            <a:pPr/>
            <a:r>
              <a:t>22 / 22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